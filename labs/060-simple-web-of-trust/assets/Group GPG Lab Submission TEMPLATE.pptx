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2"/>
      <p:bold r:id="rId13"/>
    </p:embeddedFont>
    <p:embeddedFont>
      <p:font typeface="Source Code Pr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maticSC-bold.fntdata"/><Relationship Id="rId12" Type="http://schemas.openxmlformats.org/officeDocument/2006/relationships/font" Target="fonts/AmaticS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.fntdata"/><Relationship Id="rId14" Type="http://schemas.openxmlformats.org/officeDocument/2006/relationships/font" Target="fonts/SourceCodePro-regular.fntdata"/><Relationship Id="rId17" Type="http://schemas.openxmlformats.org/officeDocument/2006/relationships/font" Target="fonts/SourceCodePro-boldItalic.fntdata"/><Relationship Id="rId16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c0ce36d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c0ce36d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c0ce36d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dc0ce36d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c0ce36d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dc0ce36d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c0ce36de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c0ce36d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c0ce36d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c0ce36d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of Trust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Submission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70"/>
              <a:t>Screen shot 1 show the key from the key server</a:t>
            </a:r>
            <a:endParaRPr sz="287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 not cover the title.  Screenshot must be clear, correct aspect ratio and clean of any errors and irrelevant content.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627950"/>
            <a:ext cx="85206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483"/>
              <a:buFont typeface="Arial"/>
              <a:buNone/>
            </a:pPr>
            <a:r>
              <a:rPr lang="en" sz="3100"/>
              <a:t>Screen shot 2 Gunnar Wolf’s key installed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not cover the title.  Screenshot must be clear, correct aspect ratio and clean of any errors and irrelevant content.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Screen shot 3 your newly signed key</a:t>
            </a:r>
            <a:endParaRPr sz="37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not cover the title.  Screenshot must be clear, correct aspect ratio and clean of any errors and irrelevant content.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70"/>
              <a:t>Screen shot 4 your new signed key on the key server</a:t>
            </a:r>
            <a:endParaRPr sz="257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not cover the title.  Screenshot must be clear, correct aspect ratio and clean of any errors and irrelevant content.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70"/>
              <a:t>Screen shot 5 Successful verification of Firefox</a:t>
            </a:r>
            <a:endParaRPr sz="277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not cover the title.  Screenshot must be clear, correct aspect ratio and clean of any errors and irrelevant content.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