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8c8817c4e34083" /><Relationship Type="http://schemas.openxmlformats.org/officeDocument/2006/relationships/extended-properties" Target="/docProps/app.xml" Id="R9b1d8d4077a541e9" /><Relationship Type="http://schemas.openxmlformats.org/officeDocument/2006/relationships/officeDocument" Target="/ppt/presentation.xml" Id="R7334cda56762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89ad93086b43b5"/>
  </p:sldMasterIdLst>
  <p:notesMasterIdLst>
    <p:notesMasterId xmlns:r="http://schemas.openxmlformats.org/officeDocument/2006/relationships" r:id="Rd258ca3b6d524952"/>
  </p:notesMasterIdLst>
  <p:sldIdLst>
    <p:sldId xmlns:r="http://schemas.openxmlformats.org/officeDocument/2006/relationships" id="256" r:id="Rf9b14c3300784165"/>
    <p:sldId xmlns:r="http://schemas.openxmlformats.org/officeDocument/2006/relationships" id="257" r:id="R83ba47837258448b"/>
    <p:sldId xmlns:r="http://schemas.openxmlformats.org/officeDocument/2006/relationships" id="258" r:id="Re02e8874720c48da"/>
    <p:sldId xmlns:r="http://schemas.openxmlformats.org/officeDocument/2006/relationships" id="259" r:id="Rad9648eab8ef4318"/>
    <p:sldId xmlns:r="http://schemas.openxmlformats.org/officeDocument/2006/relationships" id="260" r:id="Re1456884c5f44804"/>
    <p:sldId xmlns:r="http://schemas.openxmlformats.org/officeDocument/2006/relationships" id="261" r:id="R139e3f306b6546c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5d57781bf64a12" /><Relationship Type="http://schemas.openxmlformats.org/officeDocument/2006/relationships/slideMaster" Target="/ppt/slideMasters/slideMaster1.xml" Id="Ref89ad93086b43b5" /><Relationship Type="http://schemas.openxmlformats.org/officeDocument/2006/relationships/notesMaster" Target="/ppt/notesMasters/notesMaster1.xml" Id="Rd258ca3b6d524952" /><Relationship Type="http://schemas.openxmlformats.org/officeDocument/2006/relationships/presProps" Target="/ppt/presProps.xml" Id="Race4ae7a406c4344" /><Relationship Type="http://schemas.openxmlformats.org/officeDocument/2006/relationships/tableStyles" Target="/ppt/tableStyles.xml" Id="R64def068d82b41cc" /><Relationship Type="http://schemas.openxmlformats.org/officeDocument/2006/relationships/slide" Target="/ppt/slides/slide1.xml" Id="Rf9b14c3300784165" /><Relationship Type="http://schemas.openxmlformats.org/officeDocument/2006/relationships/slide" Target="/ppt/slides/slide2.xml" Id="R83ba47837258448b" /><Relationship Type="http://schemas.openxmlformats.org/officeDocument/2006/relationships/slide" Target="/ppt/slides/slide3.xml" Id="Re02e8874720c48da" /><Relationship Type="http://schemas.openxmlformats.org/officeDocument/2006/relationships/slide" Target="/ppt/slides/slide4.xml" Id="Rad9648eab8ef4318" /><Relationship Type="http://schemas.openxmlformats.org/officeDocument/2006/relationships/slide" Target="/ppt/slides/slide5.xml" Id="Re1456884c5f44804" /><Relationship Type="http://schemas.openxmlformats.org/officeDocument/2006/relationships/slide" Target="/ppt/slides/slide6.xml" Id="R139e3f306b65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95bfa498a4e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43d6e76b74037" /><Relationship Type="http://schemas.openxmlformats.org/officeDocument/2006/relationships/notesMaster" Target="/ppt/notesMasters/notesMaster1.xml" Id="R9cfa6ccc443a4f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f109252b0e4df3" /><Relationship Type="http://schemas.openxmlformats.org/officeDocument/2006/relationships/notesMaster" Target="/ppt/notesMasters/notesMaster1.xml" Id="R108087e9d86f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7daaa010804d07" /><Relationship Type="http://schemas.openxmlformats.org/officeDocument/2006/relationships/notesMaster" Target="/ppt/notesMasters/notesMaster1.xml" Id="Rd4d3f6e2f4b7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b46a65a9e4e4e" /><Relationship Type="http://schemas.openxmlformats.org/officeDocument/2006/relationships/notesMaster" Target="/ppt/notesMasters/notesMaster1.xml" Id="Rb4cd9ee015ad46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02f7907964c0b" /><Relationship Type="http://schemas.openxmlformats.org/officeDocument/2006/relationships/notesMaster" Target="/ppt/notesMasters/notesMaster1.xml" Id="R007a9405d7e743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8d59c4ae146bf" /><Relationship Type="http://schemas.openxmlformats.org/officeDocument/2006/relationships/notesMaster" Target="/ppt/notesMasters/notesMaster1.xml" Id="Rced46591b0b64a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68cdd29ba43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f7cbfa84243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504e1c1754d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a86177b114c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4d5ec676b4f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c365754db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8BA55-3F55-4767-A1BA-930D488874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03DD19-840B-4FE4-A699-800F6CEF35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F81547-930F-40AE-8A92-356676E24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1A20D2-199E-45BC-9768-88ECEF060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547950-2729-4C9D-85D3-8B03627FA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2D7CED-6A7F-47D3-8BDB-4CBB2D909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993D42-9F46-4D66-9F1C-E4931CEB2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D8D390-90B6-4FA8-A482-6377C91EE1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732CB-769F-48AE-A396-271727AC0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5BF0C1-45A7-474D-8D93-F0F839B64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c13f70b9c049a1" /><Relationship Type="http://schemas.openxmlformats.org/officeDocument/2006/relationships/slideLayout" Target="/ppt/slideLayouts/slideLayout1.xml" Id="Rc33f16a51c5c4de9" /><Relationship Type="http://schemas.openxmlformats.org/officeDocument/2006/relationships/slideLayout" Target="/ppt/slideLayouts/slideLayout2.xml" Id="R564543e5aec04157" /><Relationship Type="http://schemas.openxmlformats.org/officeDocument/2006/relationships/slideLayout" Target="/ppt/slideLayouts/slideLayout3.xml" Id="R0c49ea5a074c4f70" /><Relationship Type="http://schemas.openxmlformats.org/officeDocument/2006/relationships/slideLayout" Target="/ppt/slideLayouts/slideLayout4.xml" Id="Rca12811076484457" /><Relationship Type="http://schemas.openxmlformats.org/officeDocument/2006/relationships/slideLayout" Target="/ppt/slideLayouts/slideLayout5.xml" Id="R11bfc3e120c246f4" /><Relationship Type="http://schemas.openxmlformats.org/officeDocument/2006/relationships/slideLayout" Target="/ppt/slideLayouts/slideLayout6.xml" Id="R49677790d70e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3f16a51c5c4de9"/>
    <p:sldLayoutId xmlns:r="http://schemas.openxmlformats.org/officeDocument/2006/relationships" id="2147483650" r:id="R564543e5aec04157"/>
    <p:sldLayoutId xmlns:r="http://schemas.openxmlformats.org/officeDocument/2006/relationships" id="2147483651" r:id="R0c49ea5a074c4f70"/>
    <p:sldLayoutId xmlns:r="http://schemas.openxmlformats.org/officeDocument/2006/relationships" id="2147483652" r:id="Rca12811076484457"/>
    <p:sldLayoutId xmlns:r="http://schemas.openxmlformats.org/officeDocument/2006/relationships" id="2147483653" r:id="R11bfc3e120c246f4"/>
    <p:sldLayoutId xmlns:r="http://schemas.openxmlformats.org/officeDocument/2006/relationships" id="2147483654" r:id="R49677790d70e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b885b834041e6" /><Relationship Type="http://schemas.openxmlformats.org/officeDocument/2006/relationships/notesSlide" Target="/ppt/notesSlides/notesSlide1.xml" Id="R00daebd705af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07285640748ec" /><Relationship Type="http://schemas.openxmlformats.org/officeDocument/2006/relationships/notesSlide" Target="/ppt/notesSlides/notesSlide2.xml" Id="Rddfbd1655d4b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afc0b61e54c1b" /><Relationship Type="http://schemas.openxmlformats.org/officeDocument/2006/relationships/notesSlide" Target="/ppt/notesSlides/notesSlide3.xml" Id="R5fccc5e71adc41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42b7886be4397" /><Relationship Type="http://schemas.openxmlformats.org/officeDocument/2006/relationships/notesSlide" Target="/ppt/notesSlides/notesSlide4.xml" Id="R0642b370ca5d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73b12aadb4b7a" /><Relationship Type="http://schemas.openxmlformats.org/officeDocument/2006/relationships/notesSlide" Target="/ppt/notesSlides/notesSlide5.xml" Id="R86e1f27956db4c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1dd41b1084eaf" /><Relationship Type="http://schemas.openxmlformats.org/officeDocument/2006/relationships/notesSlide" Target="/ppt/notesSlides/notesSlide6.xml" Id="Rae2917c5fa374c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309D5-6E6B-4FD2-9331-2F94D6D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Group routing continuation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79D08-4115-41C1-A3E7-132ACBC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822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Static routing and OSPF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5F33A-BD18-4525-AF72-09B11C07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8229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Submission template</a:t>
            </a:r>
          </a:p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Group number: __________    Members: ____________________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DDD9F-95A3-4EB6-ADA0-EAC6FCE1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Screenshots 1–5 • Continues Lab 050: Linux Static Routing</a:t>
            </a:r>
          </a:p>
        </p:txBody>
      </p:sp>
    </p:spTree>
    <p:extLst>
      <p:ext uri="{BB962C8B-B14F-4D97-AF65-F5344CB8AC3E}">
        <p14:creationId xmlns:p14="http://schemas.microsoft.com/office/powerpoint/2010/main" val="1145349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616E1-7E0B-4012-B0FE-C38F1317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Screenshot 1  Working static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6E394-9A78-4EFC-A1D5-CDDD971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8534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Inside node: private source IP and curl to all partner websites (two or three).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Router: exact partner /24 static route and DHCP next hop.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3D0F7-C6FE-49D8-923C-933E1A0A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6727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Use real names. Keep commands, source addresses and results readable.</a:t>
            </a:r>
          </a:p>
        </p:txBody>
      </p:sp>
    </p:spTree>
    <p:extLst>
      <p:ext uri="{BB962C8B-B14F-4D97-AF65-F5344CB8AC3E}">
        <p14:creationId xmlns:p14="http://schemas.microsoft.com/office/powerpoint/2010/main" val="569488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61796-0225-4A80-AE48-22D3609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Screenshot 2  Stale static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54EF2-88E4-4480-A504-5A8AD7AE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8534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Exact remote /24 remains; partner curl fails and local website still works.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Observer WAN stays up. Include identifiable partner VM powered-off image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with your SSH terminal evidence on this slide.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04706-C429-4D21-B0FD-521664C8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6727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Use real names. Keep commands, source addresses and results readable.</a:t>
            </a:r>
          </a:p>
        </p:txBody>
      </p:sp>
    </p:spTree>
    <p:extLst>
      <p:ext uri="{BB962C8B-B14F-4D97-AF65-F5344CB8AC3E}">
        <p14:creationId xmlns:p14="http://schemas.microsoft.com/office/powerpoint/2010/main" val="1065003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F16E3-172E-4772-96B4-E8F5BD64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Screenshot 3  OSPF working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28C40-ACD0-49AB-9C61-7707E97E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8534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Router: partner neighbor state, OSPF remote /24 and kernel proto ospf route.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Inside node: private-source curl to all partner websites (two or three).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D33FA-42D2-4430-85CB-B2479DC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6727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Use real names. Keep commands, source addresses and results readable.</a:t>
            </a:r>
          </a:p>
        </p:txBody>
      </p:sp>
    </p:spTree>
    <p:extLst>
      <p:ext uri="{BB962C8B-B14F-4D97-AF65-F5344CB8AC3E}">
        <p14:creationId xmlns:p14="http://schemas.microsoft.com/office/powerpoint/2010/main" val="701698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FDA5C-A4EC-44D7-806D-19B18CFB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Screenshot 4  OSPF route withdrawal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D30C1-2798-4B62-BEA5-81CE27F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8534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After the 40-second dead interval, remote /24 is absent from FRR and kernel.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Remote curl fails; local website works and observer WAN stays up.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Include identifiable partner VM powered-off image with your SSH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98A59-F931-434F-95C9-A6F312D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6727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Use real names. Keep commands, source addresses and results readable.</a:t>
            </a:r>
          </a:p>
        </p:txBody>
      </p:sp>
    </p:spTree>
    <p:extLst>
      <p:ext uri="{BB962C8B-B14F-4D97-AF65-F5344CB8AC3E}">
        <p14:creationId xmlns:p14="http://schemas.microsoft.com/office/powerpoint/2010/main" val="1835323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E6ABD-E396-41D6-85F7-AD8BEBC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853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A3A"/>
                </a:solidFill>
                <a:latin typeface="Arial"/>
                <a:ea typeface="Arial"/>
                <a:cs typeface="Arial"/>
              </a:rPr>
              <a:t>Screenshot 5  OSPF recovery and third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39C2F-D6A1-4289-B43D-4A3D3DD2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8534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Partner restarts: neighbor, route and website return. Restore private IP if needed.</a:t>
            </a:r>
          </a:p>
          <a:p xmlns:a="http://schemas.openxmlformats.org/drawingml/2006/main">
            <a:pPr>
              <a:defRPr sz="1200" b="0">
                <a:solidFill>
                  <a:srgbClr val="172A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A3A"/>
                </a:solidFill>
                <a:latin typeface="Arial"/>
                <a:ea typeface="Arial"/>
                <a:cs typeface="Arial"/>
              </a:rPr>
              <a:t>Third group: learned /24 and successful inside-node curl without manual routes.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07DB0-779D-4A19-AB06-DF68AD4F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67275"/>
            <a:ext cx="853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64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473"/>
                </a:solidFill>
                <a:latin typeface="Arial"/>
                <a:ea typeface="Arial"/>
                <a:cs typeface="Arial"/>
              </a:rPr>
              <a:t>Use real names. Keep commands, source addresses and results readable.</a:t>
            </a:r>
          </a:p>
        </p:txBody>
      </p:sp>
    </p:spTree>
    <p:extLst>
      <p:ext uri="{BB962C8B-B14F-4D97-AF65-F5344CB8AC3E}">
        <p14:creationId xmlns:p14="http://schemas.microsoft.com/office/powerpoint/2010/main" val="1742327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2026-10-13T10:54:19.3890000Z</dcterms:created>
  <dcterms:modified xsi:type="dcterms:W3CDTF">2026-10-13T10:54:19.3900000Z</dcterms:modified>
</coreProperties>
</file>