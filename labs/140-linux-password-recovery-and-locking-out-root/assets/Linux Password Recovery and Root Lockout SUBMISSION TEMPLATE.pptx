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Linux Password Recovery and Locking Out Root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1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System booted into single-user mode with both highlighted portions 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2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passwd reporting success and /etc/passwd showing the regular user created during Debian install.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3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Proof that your user now has sudo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t>Screenshot 4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r>
              <a:t>Proof that root was disabled, including the ! in /etc/shadow.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