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5" Type="http://schemas.openxmlformats.org/officeDocument/2006/relationships/font" Target="fonts/AmaticSC-regular.fntdata"/><Relationship Id="rId16" Type="http://schemas.openxmlformats.org/officeDocument/2006/relationships/font" Target="fonts/AmaticSC-bold.fntdata"/><Relationship Id="rId17" Type="http://schemas.openxmlformats.org/officeDocument/2006/relationships/font" Target="fonts/SourceCodePro-regular.fntdata"/><Relationship Id="rId18" Type="http://schemas.openxmlformats.org/officeDocument/2006/relationships/font" Target="fonts/SourceCodePro-bold.fntdata"/><Relationship Id="rId19" Type="http://schemas.openxmlformats.org/officeDocument/2006/relationships/font" Target="fonts/SourceCodePro-italic.fntdata"/><Relationship Id="rId20" Type="http://schemas.openxmlformats.org/officeDocument/2006/relationships/font" Target="fonts/SourceCodePr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d707c87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d707c87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d707c878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d707c878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150" y="2023197"/>
            <a:ext cx="3768600" cy="6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r>
              <a:t>Linux Password Recovery and Locking Out Root</a:t>
            </a: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r>
              <a:t>Submission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sz="1800"/>
              <a:t>Screenshot 1 System booted into single-user mode with both highlighted portions visible.</a:t>
            </a: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sz="1800"/>
              <a:t>Screenshot 2 passwd reporting success and /etc/passwd showing the regular user created during Debian install.</a:t>
            </a: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sz="2200"/>
              <a:t>Screenshot 3 Proof that your user now has sudo access.</a:t>
            </a: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sz="2000"/>
              <a:t>Screenshot 4 Proof that root was disabled, including the ! in /etc/shadow.</a:t>
            </a: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