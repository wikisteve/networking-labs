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Amatic SC"/>
      <p:regular r:id="rId15"/>
      <p:bold r:id="rId16"/>
    </p:embeddedFont>
    <p:embeddedFont>
      <p:font typeface="Source Code Pr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5" Type="http://schemas.openxmlformats.org/officeDocument/2006/relationships/font" Target="fonts/AmaticSC-regular.fntdata"/><Relationship Id="rId16" Type="http://schemas.openxmlformats.org/officeDocument/2006/relationships/font" Target="fonts/AmaticSC-bold.fntdata"/><Relationship Id="rId17" Type="http://schemas.openxmlformats.org/officeDocument/2006/relationships/font" Target="fonts/SourceCodePro-regular.fntdata"/><Relationship Id="rId18" Type="http://schemas.openxmlformats.org/officeDocument/2006/relationships/font" Target="fonts/SourceCodePro-bold.fntdata"/><Relationship Id="rId19" Type="http://schemas.openxmlformats.org/officeDocument/2006/relationships/font" Target="fonts/SourceCodePro-italic.fntdata"/><Relationship Id="rId20" Type="http://schemas.openxmlformats.org/officeDocument/2006/relationships/font" Target="fonts/SourceCodePr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d707c8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7d707c8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d707c878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d707c878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d707c878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d707c878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d707c878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d707c878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150" y="2023197"/>
            <a:ext cx="3768600" cy="62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r>
              <a:t>SSH Keys and X11 Forwarding</a:t>
            </a: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r>
              <a:t>Submission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Screenshot 1</a:t>
            </a: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Public key on the Debian shell matching the exact server key displayed by PuTTY.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Screenshot 2</a:t>
            </a: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Login that automatically uses the username and authenticates with the public key using your full-name comment.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Screenshot 3</a:t>
            </a: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Your superhero account authenticating through the agent.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Screenshot 4</a:t>
            </a: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An xterm window with a long listing of your home directory.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