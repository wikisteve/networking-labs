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matic SC"/>
      <p:regular r:id="rId17"/>
      <p:bold r:id="rId18"/>
    </p:embeddedFont>
    <p:embeddedFont>
      <p:font typeface="Source Code Pr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.fntdata"/><Relationship Id="rId11" Type="http://schemas.openxmlformats.org/officeDocument/2006/relationships/slide" Target="slides/slide6.xml"/><Relationship Id="rId22" Type="http://schemas.openxmlformats.org/officeDocument/2006/relationships/font" Target="fonts/SourceCodePro-boldItalic.fntdata"/><Relationship Id="rId10" Type="http://schemas.openxmlformats.org/officeDocument/2006/relationships/slide" Target="slides/slide5.xml"/><Relationship Id="rId21" Type="http://schemas.openxmlformats.org/officeDocument/2006/relationships/font" Target="fonts/SourceCodePr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maticSC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regular.fntdata"/><Relationship Id="rId6" Type="http://schemas.openxmlformats.org/officeDocument/2006/relationships/slide" Target="slides/slide1.xml"/><Relationship Id="rId18" Type="http://schemas.openxmlformats.org/officeDocument/2006/relationships/font" Target="fonts/AmaticS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31be8103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31be8103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31be81032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31be81032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31be8103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31be8103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31be81032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31be81032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531be8103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531be8103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31be81032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31be81032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31be8103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31be8103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31be8103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31be8103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531be81032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531be81032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531be81032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531be8103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Certificates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 Document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Slide 1 screen print of your default Apache page in Lynx. </a:t>
            </a:r>
            <a:endParaRPr sz="23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Slide 2 directory listing showing cacert.pem from the /etc/ssl directory</a:t>
            </a:r>
            <a:endParaRPr sz="21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Slide 3 contents of the csrdetails file (use cat)</a:t>
            </a:r>
            <a:endParaRPr sz="29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Slide 4 contents of the .csr file in the /etc/ssl/certs directory (use cat)</a:t>
            </a:r>
            <a:endParaRPr sz="21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Slide 5 command and output of the certificate creation</a:t>
            </a:r>
            <a:endParaRPr sz="240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Slide 6 highlight your changes to 000-default-ssl.conf</a:t>
            </a:r>
            <a:endParaRPr sz="2400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Slide 7 show the </a:t>
            </a:r>
            <a:r>
              <a:rPr b="1" lang="en" sz="3000"/>
              <a:t>certificate error</a:t>
            </a:r>
            <a:r>
              <a:rPr lang="en" sz="3000"/>
              <a:t> in Firefox</a:t>
            </a:r>
            <a:endParaRPr sz="300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Slide 8 show your imported certificate in Firefox</a:t>
            </a:r>
            <a:endParaRPr sz="2700"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Slide 9 contents of c:/windows/system32/drivers/etc/hosts </a:t>
            </a:r>
            <a:endParaRPr sz="2300"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Slide 10 your website and Firefox with a secure padlock by the URL</a:t>
            </a:r>
            <a:endParaRPr sz="2100"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