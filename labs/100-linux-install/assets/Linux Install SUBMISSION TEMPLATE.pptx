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Linux Install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1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Your completed Debian VM hardware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2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lvdisplay | less showing lv-swap, lv-home, and lv-root.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