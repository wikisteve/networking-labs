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Modifying Source Code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Screenshot 1 Source code downloaded into your home directory.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Screenshot 2 Edited version_string block in traceroute.c.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400"/>
              <a:t>Screenshot 3 Successful make.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Screenshot 4 ./traceroute -V showing your custom version string.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400"/>
              <a:t>Screenshot 5 Successful sudo make install.</a:t>
            </a: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000"/>
              <a:t>Screenshot 6 traceroute -V run from your home directory after install.</a:t>
            </a: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Screenshot 7 A working traceroute command to www.google.ca.</a:t>
            </a: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