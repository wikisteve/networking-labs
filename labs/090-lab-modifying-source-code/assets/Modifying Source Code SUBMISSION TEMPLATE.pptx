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embeddedFontLst>
    <p:embeddedFont>
      <p:font typeface="Amatic SC"/>
      <p:regular r:id="rId15"/>
      <p:bold r:id="rId16"/>
    </p:embeddedFont>
    <p:embeddedFont>
      <p:font typeface="Source Code Pr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5" Type="http://schemas.openxmlformats.org/officeDocument/2006/relationships/font" Target="fonts/AmaticSC-regular.fntdata"/><Relationship Id="rId16" Type="http://schemas.openxmlformats.org/officeDocument/2006/relationships/font" Target="fonts/AmaticSC-bold.fntdata"/><Relationship Id="rId17" Type="http://schemas.openxmlformats.org/officeDocument/2006/relationships/font" Target="fonts/SourceCodePro-regular.fntdata"/><Relationship Id="rId18" Type="http://schemas.openxmlformats.org/officeDocument/2006/relationships/font" Target="fonts/SourceCodePro-bold.fntdata"/><Relationship Id="rId19" Type="http://schemas.openxmlformats.org/officeDocument/2006/relationships/font" Target="fonts/SourceCodePro-italic.fntdata"/><Relationship Id="rId20" Type="http://schemas.openxmlformats.org/officeDocument/2006/relationships/font" Target="fonts/SourceCodePro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27d707c878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27d707c878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7d707c878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7d707c878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27d707c8785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27d707c8785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7d707c8785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7d707c8785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27d707c8785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27d707c8785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7d707c8785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7d707c8785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7d707c8785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27d707c8785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3429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392150"/>
            <a:ext cx="8520600" cy="269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3890400"/>
            <a:ext cx="8520600" cy="70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2802750" y="802500"/>
            <a:ext cx="3538500" cy="3538500"/>
          </a:xfrm>
          <a:prstGeom prst="rect">
            <a:avLst/>
          </a:prstGeom>
          <a:solidFill>
            <a:srgbClr val="FFFFFF"/>
          </a:solidFill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311700" y="1228675"/>
            <a:ext cx="39999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2" type="body"/>
          </p:nvPr>
        </p:nvSpPr>
        <p:spPr>
          <a:xfrm>
            <a:off x="4832400" y="1228675"/>
            <a:ext cx="39999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type="title"/>
          </p:nvPr>
        </p:nvSpPr>
        <p:spPr>
          <a:xfrm>
            <a:off x="304800" y="309350"/>
            <a:ext cx="8537700" cy="74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28" name="Google Shape;28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31" name="Google Shape;31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" name="Google Shape;35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8" name="Google Shape;38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" name="Google Shape;39;p9"/>
          <p:cNvSpPr txBox="1"/>
          <p:nvPr>
            <p:ph type="title"/>
          </p:nvPr>
        </p:nvSpPr>
        <p:spPr>
          <a:xfrm>
            <a:off x="265500" y="1081400"/>
            <a:ext cx="4045200" cy="1710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265500" y="2845223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matic SC"/>
              <a:buNone/>
              <a:defRPr b="1" sz="24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hasCustomPrompt="1" type="title"/>
          </p:nvPr>
        </p:nvSpPr>
        <p:spPr>
          <a:xfrm>
            <a:off x="311700" y="1240275"/>
            <a:ext cx="8520600" cy="1981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/>
          <p:nvPr>
            <p:ph idx="1" type="body"/>
          </p:nvPr>
        </p:nvSpPr>
        <p:spPr>
          <a:xfrm>
            <a:off x="311700" y="33046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each-day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Source Code Pro"/>
              <a:buChar char="●"/>
              <a:defRPr sz="1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ctrTitle"/>
          </p:nvPr>
        </p:nvSpPr>
        <p:spPr>
          <a:xfrm>
            <a:off x="311150" y="2023197"/>
            <a:ext cx="3768600" cy="62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r>
              <a:t>Modifying Source Code</a:t>
            </a:r>
          </a:p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311700" y="3890400"/>
            <a:ext cx="8520600" cy="70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r>
              <a:t>Submission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t>Screenshot 1</a:t>
            </a:r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r>
              <a:t>Source code downloaded into your home directory.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t>Screenshot 2</a:t>
            </a:r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r>
              <a:t>Edited version_string block in traceroute.c.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t>Screenshot 3</a:t>
            </a:r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r>
              <a:t>Successful make.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t>Screenshot 4</a:t>
            </a:r>
          </a:p>
        </p:txBody>
      </p:sp>
      <p:sp>
        <p:nvSpPr>
          <p:cNvPr id="81" name="Google Shape;81;p17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r>
              <a:t>./traceroute -V showing your custom version string.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t>Screenshot 5</a:t>
            </a:r>
          </a:p>
        </p:txBody>
      </p:sp>
      <p:sp>
        <p:nvSpPr>
          <p:cNvPr id="87" name="Google Shape;87;p18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r>
              <a:t>Successful sudo make install.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t>Screenshot 6</a:t>
            </a:r>
          </a:p>
        </p:txBody>
      </p:sp>
      <p:sp>
        <p:nvSpPr>
          <p:cNvPr id="93" name="Google Shape;93;p19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r>
              <a:t>traceroute -V run from your home directory after install.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t>Screenshot 7</a:t>
            </a:r>
          </a:p>
        </p:txBody>
      </p:sp>
      <p:sp>
        <p:nvSpPr>
          <p:cNvPr id="99" name="Google Shape;99;p20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r>
              <a:t>A working traceroute command to www.google.ca.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each Day">
  <a:themeElements>
    <a:clrScheme name="Beach Day">
      <a:dk1>
        <a:srgbClr val="00FDC8"/>
      </a:dk1>
      <a:lt1>
        <a:srgbClr val="FFFFFF"/>
      </a:lt1>
      <a:dk2>
        <a:srgbClr val="666666"/>
      </a:dk2>
      <a:lt2>
        <a:srgbClr val="EEEEEE"/>
      </a:lt2>
      <a:accent1>
        <a:srgbClr val="212121"/>
      </a:accent1>
      <a:accent2>
        <a:srgbClr val="455A64"/>
      </a:accent2>
      <a:accent3>
        <a:srgbClr val="78909C"/>
      </a:accent3>
      <a:accent4>
        <a:srgbClr val="7C7CE0"/>
      </a:accent4>
      <a:accent5>
        <a:srgbClr val="DB4437"/>
      </a:accent5>
      <a:accent6>
        <a:srgbClr val="F6CD4C"/>
      </a:accent6>
      <a:hlink>
        <a:srgbClr val="DB4437"/>
      </a:hlink>
      <a:folHlink>
        <a:srgbClr val="DB443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