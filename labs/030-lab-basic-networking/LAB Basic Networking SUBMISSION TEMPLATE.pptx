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Amatic SC"/>
      <p:regular r:id="rId10"/>
      <p:bold r:id="rId11"/>
    </p:embeddedFont>
    <p:embeddedFont>
      <p:font typeface="Source Code Pr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maticSC-bold.fntdata"/><Relationship Id="rId10" Type="http://schemas.openxmlformats.org/officeDocument/2006/relationships/font" Target="fonts/AmaticSC-regular.fntdata"/><Relationship Id="rId13" Type="http://schemas.openxmlformats.org/officeDocument/2006/relationships/font" Target="fonts/SourceCodePro-bold.fntdata"/><Relationship Id="rId12" Type="http://schemas.openxmlformats.org/officeDocument/2006/relationships/font" Target="fonts/SourceCode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Italic.fntdata"/><Relationship Id="rId14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Networking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1 Your completed spreadsheet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2 your static configuration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3 PuTTY connection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