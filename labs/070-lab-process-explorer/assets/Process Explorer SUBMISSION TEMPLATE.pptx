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21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8818e2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8818e2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Process Explorer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1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Security tab showing the Groups and Privileges panels for cmd.exe.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2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Display showing the DLLs loaded by cmd.exe.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3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TCP/IP tab showing the established ports for the first iexplore.exe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4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TCP/IP tab showing the IP addresses and ports for the second iexplore.exe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5</a:t>
            </a: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Properties TCP/IP display for patch.exe showing the port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6</a:t>
            </a: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Properties TCP/IP display for tini.exe showing the port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7</a:t>
            </a: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Properties Image tab for lsass.exe showing the expected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8</a:t>
            </a: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Properties Image tab for the fake lsass.exe showing signs of malware.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tab under the limited account showing the owner and reduced privileges.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