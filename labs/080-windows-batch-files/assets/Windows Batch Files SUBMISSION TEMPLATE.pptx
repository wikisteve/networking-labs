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21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font" Target="fonts/AmaticSC-regular.fntdata"/><Relationship Id="rId16" Type="http://schemas.openxmlformats.org/officeDocument/2006/relationships/font" Target="fonts/AmaticSC-bold.fntdata"/><Relationship Id="rId17" Type="http://schemas.openxmlformats.org/officeDocument/2006/relationships/font" Target="fonts/SourceCodePro-regular.fntdata"/><Relationship Id="rId18" Type="http://schemas.openxmlformats.org/officeDocument/2006/relationships/font" Target="fonts/SourceCodePro-bold.fntdata"/><Relationship Id="rId19" Type="http://schemas.openxmlformats.org/officeDocument/2006/relationships/font" Target="fonts/SourceCodePro-italic.fntdata"/><Relationship Id="rId20" Type="http://schemas.openxmlformats.org/officeDocument/2006/relationships/font" Target="fonts/SourceCodePro-boldItalic.fntdata"/><Relationship Id="rId21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d707c87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d707c87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d707c878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d707c878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d707c878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7d707c878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7d707c878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7d707c878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98818e21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98818e21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150" y="2023197"/>
            <a:ext cx="3768600" cy="6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r>
              <a:t>Windows Batch Files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r>
              <a:t>Submission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1</a:t>
            </a: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Command Prompt window and Calculator running from the symbolic link.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2</a:t>
            </a: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Task Manager, command window, and Felix launched from the renamed calc.exe link.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3</a:t>
            </a: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Task Manager, command window, and Felix launched through the hard link.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4</a:t>
            </a: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First page output showing the tools directory link.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5</a:t>
            </a: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Output from the for-loop command.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6</a:t>
            </a:r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files1 directory contents after the copy exercise.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7</a:t>
            </a:r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Batch file output from act5.bat. No errors required for a grade.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Screenshot 8</a:t>
            </a:r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Output from act5b.bat pinging the two hosts.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 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Output of all the groups and act5c.bat in the Users directory.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