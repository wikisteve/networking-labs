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Release Your Game with GPG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1 Modified Game Running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2 Original and Tampered Installer Verification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Screenshot 3 Partner Source Decrypted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4 Sender Cannot Decrypt the Partner's Copy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