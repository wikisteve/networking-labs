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5143500" cx="9144000"/>
  <p:notesSz cx="6858000" cy="9144000"/>
  <p:embeddedFontLst>
    <p:embeddedFont>
      <p:font typeface="Amatic SC"/>
      <p:regular r:id="rId15"/>
      <p:bold r:id="rId16"/>
    </p:embeddedFont>
    <p:embeddedFont>
      <p:font typeface="Source Code Pro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5" Type="http://schemas.openxmlformats.org/officeDocument/2006/relationships/font" Target="fonts/AmaticSC-regular.fntdata"/><Relationship Id="rId16" Type="http://schemas.openxmlformats.org/officeDocument/2006/relationships/font" Target="fonts/AmaticSC-bold.fntdata"/><Relationship Id="rId17" Type="http://schemas.openxmlformats.org/officeDocument/2006/relationships/font" Target="fonts/SourceCodePro-regular.fntdata"/><Relationship Id="rId18" Type="http://schemas.openxmlformats.org/officeDocument/2006/relationships/font" Target="fonts/SourceCodePro-bold.fntdata"/><Relationship Id="rId19" Type="http://schemas.openxmlformats.org/officeDocument/2006/relationships/font" Target="fonts/SourceCodePro-italic.fntdata"/><Relationship Id="rId20" Type="http://schemas.openxmlformats.org/officeDocument/2006/relationships/font" Target="fonts/SourceCodePro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27d707c878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27d707c878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7d707c8785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27d707c8785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27d707c8785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27d707c8785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27d707c8785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27d707c8785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3429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 txBox="1"/>
          <p:nvPr>
            <p:ph type="ctrTitle"/>
          </p:nvPr>
        </p:nvSpPr>
        <p:spPr>
          <a:xfrm>
            <a:off x="311700" y="392150"/>
            <a:ext cx="8520600" cy="2690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11700" y="3890400"/>
            <a:ext cx="8520600" cy="70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2802750" y="802500"/>
            <a:ext cx="3538500" cy="3538500"/>
          </a:xfrm>
          <a:prstGeom prst="rect">
            <a:avLst/>
          </a:prstGeom>
          <a:solidFill>
            <a:srgbClr val="FFFFFF"/>
          </a:solidFill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body"/>
          </p:nvPr>
        </p:nvSpPr>
        <p:spPr>
          <a:xfrm>
            <a:off x="311700" y="1228675"/>
            <a:ext cx="39999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2" type="body"/>
          </p:nvPr>
        </p:nvSpPr>
        <p:spPr>
          <a:xfrm>
            <a:off x="4832400" y="1228675"/>
            <a:ext cx="39999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type="title"/>
          </p:nvPr>
        </p:nvSpPr>
        <p:spPr>
          <a:xfrm>
            <a:off x="304800" y="309350"/>
            <a:ext cx="8537700" cy="74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28" name="Google Shape;28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9pPr>
          </a:lstStyle>
          <a:p/>
        </p:txBody>
      </p:sp>
      <p:sp>
        <p:nvSpPr>
          <p:cNvPr id="31" name="Google Shape;31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" name="Google Shape;35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38" name="Google Shape;38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" name="Google Shape;39;p9"/>
          <p:cNvSpPr txBox="1"/>
          <p:nvPr>
            <p:ph type="title"/>
          </p:nvPr>
        </p:nvSpPr>
        <p:spPr>
          <a:xfrm>
            <a:off x="265500" y="1081400"/>
            <a:ext cx="4045200" cy="1710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265500" y="2845223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Amatic SC"/>
              <a:buNone/>
              <a:defRPr b="1" sz="24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</a:lstStyle>
          <a:p/>
        </p:txBody>
      </p:sp>
      <p:sp>
        <p:nvSpPr>
          <p:cNvPr id="45" name="Google Shape;45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hasCustomPrompt="1" type="title"/>
          </p:nvPr>
        </p:nvSpPr>
        <p:spPr>
          <a:xfrm>
            <a:off x="311700" y="1240275"/>
            <a:ext cx="8520600" cy="1981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9pPr>
          </a:lstStyle>
          <a:p>
            <a:r>
              <a:t>xx%</a:t>
            </a:r>
          </a:p>
        </p:txBody>
      </p:sp>
      <p:sp>
        <p:nvSpPr>
          <p:cNvPr id="48" name="Google Shape;48;p11"/>
          <p:cNvSpPr txBox="1"/>
          <p:nvPr>
            <p:ph idx="1" type="body"/>
          </p:nvPr>
        </p:nvSpPr>
        <p:spPr>
          <a:xfrm>
            <a:off x="311700" y="33046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9pPr>
          </a:lstStyle>
          <a:p/>
        </p:txBody>
      </p:sp>
      <p:sp>
        <p:nvSpPr>
          <p:cNvPr id="49" name="Google Shape;49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beach-day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Source Code Pro"/>
              <a:buChar char="●"/>
              <a:defRPr sz="18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/>
          <p:nvPr>
            <p:ph type="ctrTitle"/>
          </p:nvPr>
        </p:nvSpPr>
        <p:spPr>
          <a:xfrm>
            <a:off x="311150" y="2023197"/>
            <a:ext cx="3768600" cy="62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r>
              <a:t>Release Your Game with GPG</a:t>
            </a:r>
          </a:p>
        </p:txBody>
      </p:sp>
      <p:sp>
        <p:nvSpPr>
          <p:cNvPr id="57" name="Google Shape;57;p13"/>
          <p:cNvSpPr txBox="1"/>
          <p:nvPr>
            <p:ph idx="1" type="subTitle"/>
          </p:nvPr>
        </p:nvSpPr>
        <p:spPr>
          <a:xfrm>
            <a:off x="311700" y="3890400"/>
            <a:ext cx="8520600" cy="70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r>
              <a:t>Submission Template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/>
              <a:t>Screenshot 1 Modified Game Running</a:t>
            </a:r>
            <a:endParaRPr/>
          </a:p>
        </p:txBody>
      </p:sp>
      <p:sp>
        <p:nvSpPr>
          <p:cNvPr id="63" name="Google Shape;63;p14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200"/>
              <a:t>Screenshot 2 Original and Tampered Installer Verification</a:t>
            </a:r>
            <a:endParaRPr/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200"/>
              <a:t>Screenshot 3 Trusted Developer Decrypts and Rebuilds</a:t>
            </a:r>
            <a:endParaRPr/>
          </a:p>
        </p:txBody>
      </p:sp>
      <p:sp>
        <p:nvSpPr>
          <p:cNvPr id="75" name="Google Shape;75;p16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/>
              <a:t>Screenshot 4 Player Cannot Decrypt the Source</a:t>
            </a:r>
            <a:endParaRPr/>
          </a:p>
        </p:txBody>
      </p:sp>
      <p:sp>
        <p:nvSpPr>
          <p:cNvPr id="81" name="Google Shape;81;p17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Beach Day">
  <a:themeElements>
    <a:clrScheme name="Beach Day">
      <a:dk1>
        <a:srgbClr val="00FDC8"/>
      </a:dk1>
      <a:lt1>
        <a:srgbClr val="FFFFFF"/>
      </a:lt1>
      <a:dk2>
        <a:srgbClr val="666666"/>
      </a:dk2>
      <a:lt2>
        <a:srgbClr val="EEEEEE"/>
      </a:lt2>
      <a:accent1>
        <a:srgbClr val="212121"/>
      </a:accent1>
      <a:accent2>
        <a:srgbClr val="455A64"/>
      </a:accent2>
      <a:accent3>
        <a:srgbClr val="78909C"/>
      </a:accent3>
      <a:accent4>
        <a:srgbClr val="7C7CE0"/>
      </a:accent4>
      <a:accent5>
        <a:srgbClr val="DB4437"/>
      </a:accent5>
      <a:accent6>
        <a:srgbClr val="F6CD4C"/>
      </a:accent6>
      <a:hlink>
        <a:srgbClr val="DB4437"/>
      </a:hlink>
      <a:folHlink>
        <a:srgbClr val="DB443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