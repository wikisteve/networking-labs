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5" Type="http://schemas.openxmlformats.org/officeDocument/2006/relationships/font" Target="fonts/AmaticSC-regular.fntdata"/><Relationship Id="rId16" Type="http://schemas.openxmlformats.org/officeDocument/2006/relationships/font" Target="fonts/AmaticSC-bold.fntdata"/><Relationship Id="rId17" Type="http://schemas.openxmlformats.org/officeDocument/2006/relationships/font" Target="fonts/SourceCodePro-regular.fntdata"/><Relationship Id="rId18" Type="http://schemas.openxmlformats.org/officeDocument/2006/relationships/font" Target="fonts/SourceCodePro-bold.fntdata"/><Relationship Id="rId19" Type="http://schemas.openxmlformats.org/officeDocument/2006/relationships/font" Target="fonts/SourceCodePro-italic.fntdata"/><Relationship Id="rId20" Type="http://schemas.openxmlformats.org/officeDocument/2006/relationships/font" Target="fonts/SourceCodePr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d707c87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d707c87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150" y="2023197"/>
            <a:ext cx="3768600" cy="6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r>
              <a:t>iSCSI for Windows Server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r>
              <a:t>Submission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/>
              <a:t>Screenshot 1 showing the Tier 1 Storage and Tier 2 Storage volumes on lastname-SAN.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/>
              <a:t>Screenshot 2 showing the completed iSCSI target and the assigned iSCSI virtual disks.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Screenshot 3 showing the iSCSI Initiator connected successfully to lastnameiSCSITarget.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Screenshot 4 showing side-by-side File Explorer windows with the Tier 1 spreadsheet and the Tier 2 ISO on lastname-FS.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