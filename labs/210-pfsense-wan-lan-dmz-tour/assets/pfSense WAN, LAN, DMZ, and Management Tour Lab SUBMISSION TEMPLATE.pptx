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21"/>
    <p:sldId id="266" r:id="rId22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d707c878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d707c878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d707c878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d707c878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98818e21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98818e21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pfSense WAN, LAN, DMZ, and Management Tour Lab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1 pfSense Interfaces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2 WAN Rules for the DMZ and Blocked 8080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3 NAT Port Forward to the DMZ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4 Outside Reaches the DMZ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5 Outside Cannot Reach a Non-Forwarded WAN Service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6 Inside Reaches Outside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7 pfSense State for the Allowed DMZ Connection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8 pfSense Log for the Blocked WAN Attempt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Screenshot 9 Automatic Outbound NAT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Screenshot 10 State for the Inside-to-Outside Session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