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d707c878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d707c878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pfSense WAN, LAN, DMZ, and Management Lab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1 MAC Address Mapping Table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2 pfSense Interface Names and IP Addresses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3 GUI Access Before and After Hardening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4 Outside Reaches WAN Port 80 but Not WAN Port 8080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5 Inside Reaches the DMZ Internal Service on Port 8080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6 Inside Reaches Outside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