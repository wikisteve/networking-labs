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Amatic SC"/>
      <p:regular r:id="rId15"/>
      <p:bold r:id="rId16"/>
    </p:embeddedFont>
    <p:embeddedFont>
      <p:font typeface="Source Code Pr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5" Type="http://schemas.openxmlformats.org/officeDocument/2006/relationships/font" Target="fonts/AmaticSC-regular.fntdata"/><Relationship Id="rId16" Type="http://schemas.openxmlformats.org/officeDocument/2006/relationships/font" Target="fonts/AmaticSC-bold.fntdata"/><Relationship Id="rId17" Type="http://schemas.openxmlformats.org/officeDocument/2006/relationships/font" Target="fonts/SourceCodePro-regular.fntdata"/><Relationship Id="rId18" Type="http://schemas.openxmlformats.org/officeDocument/2006/relationships/font" Target="fonts/SourceCodePro-bold.fntdata"/><Relationship Id="rId19" Type="http://schemas.openxmlformats.org/officeDocument/2006/relationships/font" Target="fonts/SourceCodePro-italic.fntdata"/><Relationship Id="rId20" Type="http://schemas.openxmlformats.org/officeDocument/2006/relationships/font" Target="fonts/SourceCodePr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d707c87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7d707c87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d707c878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d707c878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d707c878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d707c878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d707c878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7d707c878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7d707c878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7d707c878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150" y="2023197"/>
            <a:ext cx="3768600" cy="62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r>
              <a:t>Storage Redundancy</a:t>
            </a: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r>
              <a:t>Submission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Screenshot 1 RAID 6 array creation with the required disks, hot spare, and volume name.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/>
              <a:t>Screenshot 2 RAID 10 array creation with the required disks and volume name.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/>
              <a:t>Screenshot 3 TrueNAS disk set and hostname configured correctly.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/>
              <a:t>Screenshot 4 RAID-Z2 summary with six data drives and one hot spare.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200"/>
              <a:t>Screenshot 5 Mirror pool status showing the four 30 GB drives.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