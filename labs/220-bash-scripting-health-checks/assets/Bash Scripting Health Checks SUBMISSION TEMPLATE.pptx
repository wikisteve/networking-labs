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d707c878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d707c878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Bash Scripting Health Checks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1 Broken Script vs Sourced Script.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2 Executable Script with Prompt and Argument Modes.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3 DNS Failure and Route Inspection.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4 Reachable Target Returns UP.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5 Failure Path Returns a Diagnostic Exit Code.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6 Batch Test Logged with tee.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