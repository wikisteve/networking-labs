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y="5143500" cx="9144000"/>
  <p:notesSz cx="6858000" cy="9144000"/>
  <p:embeddedFontLst>
    <p:embeddedFont>
      <p:font typeface="Amatic SC"/>
      <p:regular r:id="rId15"/>
      <p:bold r:id="rId16"/>
    </p:embeddedFont>
    <p:embeddedFont>
      <p:font typeface="Source Code Pro"/>
      <p:regular r:id="rId17"/>
      <p:bold r:id="rId18"/>
      <p:italic r:id="rId19"/>
      <p:boldItalic r:id="rId2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5" Type="http://schemas.openxmlformats.org/officeDocument/2006/relationships/font" Target="fonts/AmaticSC-regular.fntdata"/><Relationship Id="rId16" Type="http://schemas.openxmlformats.org/officeDocument/2006/relationships/font" Target="fonts/AmaticSC-bold.fntdata"/><Relationship Id="rId17" Type="http://schemas.openxmlformats.org/officeDocument/2006/relationships/font" Target="fonts/SourceCodePro-regular.fntdata"/><Relationship Id="rId18" Type="http://schemas.openxmlformats.org/officeDocument/2006/relationships/font" Target="fonts/SourceCodePro-bold.fntdata"/><Relationship Id="rId19" Type="http://schemas.openxmlformats.org/officeDocument/2006/relationships/font" Target="fonts/SourceCodePro-italic.fntdata"/><Relationship Id="rId20" Type="http://schemas.openxmlformats.org/officeDocument/2006/relationships/font" Target="fonts/SourceCodePro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" name="Google Shape;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27d707c878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27d707c878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27d707c8785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27d707c8785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27d707c8785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27d707c8785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27d707c8785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27d707c8785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27d707c8785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g27d707c8785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27d707c8785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27d707c8785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0"/>
            <a:ext cx="9144000" cy="3429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" name="Google Shape;11;p2"/>
          <p:cNvSpPr txBox="1"/>
          <p:nvPr>
            <p:ph type="ctrTitle"/>
          </p:nvPr>
        </p:nvSpPr>
        <p:spPr>
          <a:xfrm>
            <a:off x="311700" y="392150"/>
            <a:ext cx="8520600" cy="2690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2pPr>
            <a:lvl3pPr lvl="2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3pPr>
            <a:lvl4pPr lvl="3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4pPr>
            <a:lvl5pPr lvl="4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5pPr>
            <a:lvl6pPr lvl="5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6pPr>
            <a:lvl7pPr lvl="6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7pPr>
            <a:lvl8pPr lvl="7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8pPr>
            <a:lvl9pPr lvl="8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311700" y="3890400"/>
            <a:ext cx="8520600" cy="706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b="1" sz="2100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b="1" sz="2100">
                <a:solidFill>
                  <a:schemeClr val="accen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b="1" sz="2100">
                <a:solidFill>
                  <a:schemeClr val="accen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b="1" sz="2100">
                <a:solidFill>
                  <a:schemeClr val="accen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b="1" sz="2100">
                <a:solidFill>
                  <a:schemeClr val="accen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b="1" sz="2100">
                <a:solidFill>
                  <a:schemeClr val="accen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b="1" sz="2100">
                <a:solidFill>
                  <a:schemeClr val="accen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b="1" sz="2100">
                <a:solidFill>
                  <a:schemeClr val="accen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b="1" sz="21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3" name="Google Shape;13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 txBox="1"/>
          <p:nvPr>
            <p:ph type="title"/>
          </p:nvPr>
        </p:nvSpPr>
        <p:spPr>
          <a:xfrm>
            <a:off x="2802750" y="802500"/>
            <a:ext cx="3538500" cy="3538500"/>
          </a:xfrm>
          <a:prstGeom prst="rect">
            <a:avLst/>
          </a:prstGeom>
          <a:solidFill>
            <a:srgbClr val="FFFFFF"/>
          </a:solidFill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92850"/>
            <a:ext cx="8520600" cy="80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" type="body"/>
          </p:nvPr>
        </p:nvSpPr>
        <p:spPr>
          <a:xfrm>
            <a:off x="311700" y="1228675"/>
            <a:ext cx="8520600" cy="334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0" name="Google Shape;20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 txBox="1"/>
          <p:nvPr>
            <p:ph type="title"/>
          </p:nvPr>
        </p:nvSpPr>
        <p:spPr>
          <a:xfrm>
            <a:off x="311700" y="292850"/>
            <a:ext cx="8520600" cy="80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23" name="Google Shape;23;p5"/>
          <p:cNvSpPr txBox="1"/>
          <p:nvPr>
            <p:ph idx="1" type="body"/>
          </p:nvPr>
        </p:nvSpPr>
        <p:spPr>
          <a:xfrm>
            <a:off x="311700" y="1228675"/>
            <a:ext cx="3999900" cy="334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2" type="body"/>
          </p:nvPr>
        </p:nvSpPr>
        <p:spPr>
          <a:xfrm>
            <a:off x="4832400" y="1228675"/>
            <a:ext cx="3999900" cy="334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5" name="Google Shape;25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type="title"/>
          </p:nvPr>
        </p:nvSpPr>
        <p:spPr>
          <a:xfrm>
            <a:off x="304800" y="309350"/>
            <a:ext cx="8537700" cy="74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/>
        </p:txBody>
      </p:sp>
      <p:sp>
        <p:nvSpPr>
          <p:cNvPr id="28" name="Google Shape;28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highlight>
                  <a:schemeClr val="dk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highlight>
                  <a:schemeClr val="dk1"/>
                </a:highlight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highlight>
                  <a:schemeClr val="dk1"/>
                </a:highlight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highlight>
                  <a:schemeClr val="dk1"/>
                </a:highlight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highlight>
                  <a:schemeClr val="dk1"/>
                </a:highlight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highlight>
                  <a:schemeClr val="dk1"/>
                </a:highlight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highlight>
                  <a:schemeClr val="dk1"/>
                </a:highlight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highlight>
                  <a:schemeClr val="dk1"/>
                </a:highlight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highlight>
                  <a:schemeClr val="dk1"/>
                </a:highlight>
              </a:defRPr>
            </a:lvl9pPr>
          </a:lstStyle>
          <a:p/>
        </p:txBody>
      </p:sp>
      <p:sp>
        <p:nvSpPr>
          <p:cNvPr id="31" name="Google Shape;31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4"/>
        </a:solidFill>
      </p:bgPr>
    </p:bg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type="title"/>
          </p:nvPr>
        </p:nvSpPr>
        <p:spPr>
          <a:xfrm>
            <a:off x="490250" y="526350"/>
            <a:ext cx="56187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5" name="Google Shape;35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9"/>
          <p:cNvSpPr/>
          <p:nvPr/>
        </p:nvSpPr>
        <p:spPr>
          <a:xfrm>
            <a:off x="4572000" y="-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38" name="Google Shape;38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285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9" name="Google Shape;39;p9"/>
          <p:cNvSpPr txBox="1"/>
          <p:nvPr>
            <p:ph type="title"/>
          </p:nvPr>
        </p:nvSpPr>
        <p:spPr>
          <a:xfrm>
            <a:off x="265500" y="1081400"/>
            <a:ext cx="4045200" cy="1710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1pPr>
            <a:lvl2pPr lvl="1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2pPr>
            <a:lvl3pPr lvl="2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3pPr>
            <a:lvl4pPr lvl="3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4pPr>
            <a:lvl5pPr lvl="4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5pPr>
            <a:lvl6pPr lvl="5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6pPr>
            <a:lvl7pPr lvl="6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7pPr>
            <a:lvl8pPr lvl="7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8pPr>
            <a:lvl9pPr lvl="8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265500" y="2845223"/>
            <a:ext cx="4045200" cy="134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Amatic SC"/>
              <a:buNone/>
              <a:defRPr b="1" sz="24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1pPr>
          </a:lstStyle>
          <a:p/>
        </p:txBody>
      </p:sp>
      <p:sp>
        <p:nvSpPr>
          <p:cNvPr id="45" name="Google Shape;45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hasCustomPrompt="1" type="title"/>
          </p:nvPr>
        </p:nvSpPr>
        <p:spPr>
          <a:xfrm>
            <a:off x="311700" y="1240275"/>
            <a:ext cx="8520600" cy="1981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  <a:highlight>
                  <a:schemeClr val="accent1"/>
                </a:highlight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  <a:highlight>
                  <a:schemeClr val="accent1"/>
                </a:highlight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  <a:highlight>
                  <a:schemeClr val="accent1"/>
                </a:highlight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  <a:highlight>
                  <a:schemeClr val="accent1"/>
                </a:highlight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  <a:highlight>
                  <a:schemeClr val="accent1"/>
                </a:highlight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  <a:highlight>
                  <a:schemeClr val="accent1"/>
                </a:highlight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  <a:highlight>
                  <a:schemeClr val="accent1"/>
                </a:highlight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  <a:highlight>
                  <a:schemeClr val="accent1"/>
                </a:highlight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  <a:highlight>
                  <a:schemeClr val="accent1"/>
                </a:highlight>
              </a:defRPr>
            </a:lvl9pPr>
          </a:lstStyle>
          <a:p>
            <a:r>
              <a:t>xx%</a:t>
            </a:r>
          </a:p>
        </p:txBody>
      </p:sp>
      <p:sp>
        <p:nvSpPr>
          <p:cNvPr id="48" name="Google Shape;48;p11"/>
          <p:cNvSpPr txBox="1"/>
          <p:nvPr>
            <p:ph idx="1" type="body"/>
          </p:nvPr>
        </p:nvSpPr>
        <p:spPr>
          <a:xfrm>
            <a:off x="311700" y="33046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9pPr>
          </a:lstStyle>
          <a:p/>
        </p:txBody>
      </p:sp>
      <p:sp>
        <p:nvSpPr>
          <p:cNvPr id="49" name="Google Shape;49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beach-day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292850"/>
            <a:ext cx="8520600" cy="80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matic SC"/>
              <a:buNone/>
              <a:defRPr b="1" sz="42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matic SC"/>
              <a:buNone/>
              <a:defRPr b="1" sz="42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matic SC"/>
              <a:buNone/>
              <a:defRPr b="1" sz="42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matic SC"/>
              <a:buNone/>
              <a:defRPr b="1" sz="42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matic SC"/>
              <a:buNone/>
              <a:defRPr b="1" sz="42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matic SC"/>
              <a:buNone/>
              <a:defRPr b="1" sz="42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matic SC"/>
              <a:buNone/>
              <a:defRPr b="1" sz="42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matic SC"/>
              <a:buNone/>
              <a:defRPr b="1" sz="42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matic SC"/>
              <a:buNone/>
              <a:defRPr b="1" sz="42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8675"/>
            <a:ext cx="8520600" cy="334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Source Code Pro"/>
              <a:buChar char="●"/>
              <a:defRPr sz="1800"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Source Code Pro"/>
              <a:buChar char="○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Source Code Pro"/>
              <a:buChar char="■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Source Code Pro"/>
              <a:buChar char="●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Source Code Pro"/>
              <a:buChar char="○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Source Code Pro"/>
              <a:buChar char="■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Source Code Pro"/>
              <a:buChar char="●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Source Code Pro"/>
              <a:buChar char="○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Source Code Pro"/>
              <a:buChar char="■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1pPr>
            <a:lvl2pPr lvl="1" algn="r">
              <a:buNone/>
              <a:defRPr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2pPr>
            <a:lvl3pPr lvl="2" algn="r">
              <a:buNone/>
              <a:defRPr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3pPr>
            <a:lvl4pPr lvl="3" algn="r">
              <a:buNone/>
              <a:defRPr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4pPr>
            <a:lvl5pPr lvl="4" algn="r">
              <a:buNone/>
              <a:defRPr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5pPr>
            <a:lvl6pPr lvl="5" algn="r">
              <a:buNone/>
              <a:defRPr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6pPr>
            <a:lvl7pPr lvl="6" algn="r">
              <a:buNone/>
              <a:defRPr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7pPr>
            <a:lvl8pPr lvl="7" algn="r">
              <a:buNone/>
              <a:defRPr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8pPr>
            <a:lvl9pPr lvl="8" algn="r">
              <a:buNone/>
              <a:defRPr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3"/>
          <p:cNvSpPr txBox="1"/>
          <p:nvPr>
            <p:ph type="ctrTitle"/>
          </p:nvPr>
        </p:nvSpPr>
        <p:spPr>
          <a:xfrm>
            <a:off x="311150" y="2023197"/>
            <a:ext cx="3768600" cy="622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r>
              <a:t>Bash Scripting Health Checks</a:t>
            </a:r>
          </a:p>
        </p:txBody>
      </p:sp>
      <p:sp>
        <p:nvSpPr>
          <p:cNvPr id="57" name="Google Shape;57;p13"/>
          <p:cNvSpPr txBox="1"/>
          <p:nvPr>
            <p:ph idx="1" type="subTitle"/>
          </p:nvPr>
        </p:nvSpPr>
        <p:spPr>
          <a:xfrm>
            <a:off x="311700" y="3890400"/>
            <a:ext cx="8520600" cy="706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r>
              <a:t>Submission Template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 txBox="1"/>
          <p:nvPr>
            <p:ph type="title"/>
          </p:nvPr>
        </p:nvSpPr>
        <p:spPr>
          <a:xfrm>
            <a:off x="311700" y="292850"/>
            <a:ext cx="8520600" cy="80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400"/>
              <a:t>Screenshot 1 Broken Script vs Sourced Script.</a:t>
            </a:r>
            <a:endParaRPr/>
          </a:p>
        </p:txBody>
      </p:sp>
      <p:sp>
        <p:nvSpPr>
          <p:cNvPr id="63" name="Google Shape;63;p14"/>
          <p:cNvSpPr txBox="1"/>
          <p:nvPr>
            <p:ph idx="1" type="body"/>
          </p:nvPr>
        </p:nvSpPr>
        <p:spPr>
          <a:xfrm>
            <a:off x="311700" y="1228675"/>
            <a:ext cx="8520600" cy="334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311700" y="292850"/>
            <a:ext cx="8520600" cy="80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200"/>
              <a:t>Screenshot 2 Executable Script with Prompt and Argument Modes.</a:t>
            </a:r>
            <a:endParaRPr/>
          </a:p>
        </p:txBody>
      </p:sp>
      <p:sp>
        <p:nvSpPr>
          <p:cNvPr id="69" name="Google Shape;69;p15"/>
          <p:cNvSpPr txBox="1"/>
          <p:nvPr>
            <p:ph idx="1" type="body"/>
          </p:nvPr>
        </p:nvSpPr>
        <p:spPr>
          <a:xfrm>
            <a:off x="311700" y="1228675"/>
            <a:ext cx="8520600" cy="334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6"/>
          <p:cNvSpPr txBox="1"/>
          <p:nvPr>
            <p:ph type="title"/>
          </p:nvPr>
        </p:nvSpPr>
        <p:spPr>
          <a:xfrm>
            <a:off x="311700" y="292850"/>
            <a:ext cx="8520600" cy="80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200"/>
              <a:t>Screenshot 3 DNS Failure and Route Inspection.</a:t>
            </a:r>
            <a:endParaRPr/>
          </a:p>
        </p:txBody>
      </p:sp>
      <p:sp>
        <p:nvSpPr>
          <p:cNvPr id="75" name="Google Shape;75;p16"/>
          <p:cNvSpPr txBox="1"/>
          <p:nvPr>
            <p:ph idx="1" type="body"/>
          </p:nvPr>
        </p:nvSpPr>
        <p:spPr>
          <a:xfrm>
            <a:off x="311700" y="1228675"/>
            <a:ext cx="8520600" cy="334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7"/>
          <p:cNvSpPr txBox="1"/>
          <p:nvPr>
            <p:ph type="title"/>
          </p:nvPr>
        </p:nvSpPr>
        <p:spPr>
          <a:xfrm>
            <a:off x="311700" y="292850"/>
            <a:ext cx="8520600" cy="80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400"/>
              <a:t>Screenshot 4 Reachable Target Returns UP.</a:t>
            </a:r>
            <a:endParaRPr/>
          </a:p>
        </p:txBody>
      </p:sp>
      <p:sp>
        <p:nvSpPr>
          <p:cNvPr id="81" name="Google Shape;81;p17"/>
          <p:cNvSpPr txBox="1"/>
          <p:nvPr>
            <p:ph idx="1" type="body"/>
          </p:nvPr>
        </p:nvSpPr>
        <p:spPr>
          <a:xfrm>
            <a:off x="311700" y="1228675"/>
            <a:ext cx="8520600" cy="334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8"/>
          <p:cNvSpPr txBox="1"/>
          <p:nvPr>
            <p:ph type="title"/>
          </p:nvPr>
        </p:nvSpPr>
        <p:spPr>
          <a:xfrm>
            <a:off x="311700" y="292850"/>
            <a:ext cx="8520600" cy="80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400"/>
              <a:t>Screenshot 5 No Reply Returns Exit Code 1.</a:t>
            </a:r>
            <a:endParaRPr/>
          </a:p>
        </p:txBody>
      </p:sp>
      <p:sp>
        <p:nvSpPr>
          <p:cNvPr id="87" name="Google Shape;87;p18"/>
          <p:cNvSpPr txBox="1"/>
          <p:nvPr>
            <p:ph idx="1" type="body"/>
          </p:nvPr>
        </p:nvSpPr>
        <p:spPr>
          <a:xfrm>
            <a:off x="311700" y="1228675"/>
            <a:ext cx="8520600" cy="334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9"/>
          <p:cNvSpPr txBox="1"/>
          <p:nvPr>
            <p:ph type="title"/>
          </p:nvPr>
        </p:nvSpPr>
        <p:spPr>
          <a:xfrm>
            <a:off x="311700" y="292850"/>
            <a:ext cx="8520600" cy="80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400"/>
              <a:t>Screenshot 6 Batch Test Logged with tee.</a:t>
            </a:r>
            <a:endParaRPr/>
          </a:p>
        </p:txBody>
      </p:sp>
      <p:sp>
        <p:nvSpPr>
          <p:cNvPr id="93" name="Google Shape;93;p19"/>
          <p:cNvSpPr txBox="1"/>
          <p:nvPr>
            <p:ph idx="1" type="body"/>
          </p:nvPr>
        </p:nvSpPr>
        <p:spPr>
          <a:xfrm>
            <a:off x="311700" y="1228675"/>
            <a:ext cx="8520600" cy="334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Beach Day">
  <a:themeElements>
    <a:clrScheme name="Beach Day">
      <a:dk1>
        <a:srgbClr val="00FDC8"/>
      </a:dk1>
      <a:lt1>
        <a:srgbClr val="FFFFFF"/>
      </a:lt1>
      <a:dk2>
        <a:srgbClr val="666666"/>
      </a:dk2>
      <a:lt2>
        <a:srgbClr val="EEEEEE"/>
      </a:lt2>
      <a:accent1>
        <a:srgbClr val="212121"/>
      </a:accent1>
      <a:accent2>
        <a:srgbClr val="455A64"/>
      </a:accent2>
      <a:accent3>
        <a:srgbClr val="78909C"/>
      </a:accent3>
      <a:accent4>
        <a:srgbClr val="7C7CE0"/>
      </a:accent4>
      <a:accent5>
        <a:srgbClr val="DB4437"/>
      </a:accent5>
      <a:accent6>
        <a:srgbClr val="F6CD4C"/>
      </a:accent6>
      <a:hlink>
        <a:srgbClr val="DB4437"/>
      </a:hlink>
      <a:folHlink>
        <a:srgbClr val="DB443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