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5" Type="http://schemas.openxmlformats.org/officeDocument/2006/relationships/font" Target="fonts/AmaticSC-regular.fntdata"/><Relationship Id="rId16" Type="http://schemas.openxmlformats.org/officeDocument/2006/relationships/font" Target="fonts/AmaticSC-bold.fntdata"/><Relationship Id="rId17" Type="http://schemas.openxmlformats.org/officeDocument/2006/relationships/font" Target="fonts/SourceCodePro-regular.fntdata"/><Relationship Id="rId18" Type="http://schemas.openxmlformats.org/officeDocument/2006/relationships/font" Target="fonts/SourceCodePro-bold.fntdata"/><Relationship Id="rId19" Type="http://schemas.openxmlformats.org/officeDocument/2006/relationships/font" Target="fonts/SourceCodePro-italic.fntdata"/><Relationship Id="rId20" Type="http://schemas.openxmlformats.org/officeDocument/2006/relationships/font" Target="fonts/SourceCodePr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150" y="2023197"/>
            <a:ext cx="3768600" cy="6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r>
              <a:t>NetBus Lab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r>
              <a:t>Submission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/>
              <a:t>Screenshot 1 showing the hostname, the new listening port, and the password prompt window.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