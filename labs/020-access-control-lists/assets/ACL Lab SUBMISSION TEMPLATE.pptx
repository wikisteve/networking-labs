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Amatic SC"/>
      <p:regular r:id="rId16"/>
      <p:bold r:id="rId17"/>
    </p:embeddedFont>
    <p:embeddedFont>
      <p:font typeface="Source Code Pr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SourceCodePr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maticSC-bold.fntdata"/><Relationship Id="rId16" Type="http://schemas.openxmlformats.org/officeDocument/2006/relationships/font" Target="fonts/AmaticSC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ourceCodePro-bold.fntdata"/><Relationship Id="rId6" Type="http://schemas.openxmlformats.org/officeDocument/2006/relationships/slide" Target="slides/slide1.xml"/><Relationship Id="rId18" Type="http://schemas.openxmlformats.org/officeDocument/2006/relationships/font" Target="fonts/SourceCodePr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d707c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d707c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d707c87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d707c87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d707c878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d707c878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d707c878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d707c878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7d707c878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7d707c878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7d707c878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7d707c878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7d707c878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7d707c878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98818e21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98818e21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d620dc61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d620dc61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ACL Lab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 Template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1 nmap vlan1: http open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2 </a:t>
            </a:r>
            <a:r>
              <a:rPr lang="en"/>
              <a:t>nmap vlan1: http filtered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3 loopback scan: all open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4 VLAN 1 Global v6 80/open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5 </a:t>
            </a:r>
            <a:r>
              <a:rPr lang="en"/>
              <a:t>VLAN 1 Global v6 80/filtered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Screenshot 6 </a:t>
            </a:r>
            <a:r>
              <a:rPr lang="en" sz="2900"/>
              <a:t>VLAN 1 Link-Local v6 80/open</a:t>
            </a:r>
            <a:endParaRPr sz="2900"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Screenshot 7 </a:t>
            </a:r>
            <a:r>
              <a:rPr lang="en" sz="2800"/>
              <a:t>VLAN 1 Link-Local v6 80/filtered</a:t>
            </a:r>
            <a:endParaRPr sz="3100"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8 VLAN 42 IPv4 Connectivity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9 VLAN 1 IPv4 ACLs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