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Amatic SC"/>
      <p:regular r:id="rId14"/>
      <p:bold r:id="rId15"/>
    </p:embeddedFont>
    <p:embeddedFont>
      <p:font typeface="Source Code Pr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maticSC-bold.fntdata"/><Relationship Id="rId14" Type="http://schemas.openxmlformats.org/officeDocument/2006/relationships/font" Target="fonts/AmaticSC-regular.fntdata"/><Relationship Id="rId17" Type="http://schemas.openxmlformats.org/officeDocument/2006/relationships/font" Target="fonts/SourceCodePro-bold.fntdata"/><Relationship Id="rId16" Type="http://schemas.openxmlformats.org/officeDocument/2006/relationships/font" Target="fonts/SourceCodePr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boldItalic.fntdata"/><Relationship Id="rId6" Type="http://schemas.openxmlformats.org/officeDocument/2006/relationships/slide" Target="slides/slide1.xml"/><Relationship Id="rId18" Type="http://schemas.openxmlformats.org/officeDocument/2006/relationships/font" Target="fonts/SourceCodePr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31be81032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31be8103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31be81032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31be81032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531be8103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531be8103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531be81032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531be81032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531be8103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531be8103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31be81032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31be81032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531be81032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531be81032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10 - FTP &amp; Samba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 Document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Slide 1 Directory listing showing your backed up config file.</a:t>
            </a:r>
            <a:endParaRPr sz="22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Slide 2 show both the jailed and non-jailed users output.</a:t>
            </a:r>
            <a:endParaRPr sz="22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Slide 3 certificate as displayed by FileZilla</a:t>
            </a:r>
            <a:endParaRPr sz="320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Slide 4 show correct permissions for /etc/LASTNAME</a:t>
            </a:r>
            <a:endParaRPr sz="240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Slide 5 your two shares in smb.conf</a:t>
            </a:r>
            <a:endParaRPr sz="3600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Slide 6 s</a:t>
            </a:r>
            <a:r>
              <a:rPr lang="en" sz="3400"/>
              <a:t>how the two connected shares</a:t>
            </a:r>
            <a:r>
              <a:rPr lang="en" sz="3400"/>
              <a:t> </a:t>
            </a:r>
            <a:endParaRPr sz="3400"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Slide 7 prove that the shares have different write permissions.</a:t>
            </a:r>
            <a:endParaRPr sz="2100"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