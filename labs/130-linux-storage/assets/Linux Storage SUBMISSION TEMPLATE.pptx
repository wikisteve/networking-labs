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Linux Storage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1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Show your login information and that sudo echo works without a password prompt. Include a good computer joke in quotation 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2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Before and after logical-volume view showing lv-root increased by 5 GB and lv-home decreased by 5 GB. Highlight both exactly as shown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3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pvdisplay output showing the new NVMe drive in the volume group and the old sda1 drive removed from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4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PuTTY output showing that only the NVMe storage remains and there is no sda device left.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5</a:t>
            </a: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Proof that quotes.txt still exists inside the mounted snapshot and no longer exists in the normal home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