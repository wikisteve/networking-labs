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7d707c878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7d707c878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Linux Storage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1 Show your login information and that sudo echo works without a password prompt. Include a good computer joke in quotation marks.</a:t>
            </a: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2 Before and after logical-volume view showing lv-root increased by 5 GB and lv-home decreased by 5 GB. Highlight both exactly as shown in the lab.</a:t>
            </a: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3 pvdisplay output showing the new NVMe drive in the volume group and the old sda1 drive removed from it.</a:t>
            </a: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4 PuTTY output showing that only the NVMe storage remains and there is no sda device left.</a:t>
            </a:r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5 Proof that quotes.txt still exists inside the mounted snapshot and no longer exists in the normal home directory.</a:t>
            </a:r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