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Amatic SC"/>
      <p:regular r:id="rId10"/>
      <p:bold r:id="rId11"/>
    </p:embeddedFont>
    <p:embeddedFont>
      <p:font typeface="Source Code Pr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maticSC-bold.fntdata"/><Relationship Id="rId10" Type="http://schemas.openxmlformats.org/officeDocument/2006/relationships/font" Target="fonts/AmaticSC-regular.fntdata"/><Relationship Id="rId13" Type="http://schemas.openxmlformats.org/officeDocument/2006/relationships/font" Target="fonts/SourceCodePro-bold.fntdata"/><Relationship Id="rId12" Type="http://schemas.openxmlformats.org/officeDocument/2006/relationships/font" Target="fonts/SourceCodePr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ourceCodePro-boldItalic.fntdata"/><Relationship Id="rId14" Type="http://schemas.openxmlformats.org/officeDocument/2006/relationships/font" Target="fonts/SourceCodePr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d707c87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7d707c87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7d707c878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7d707c878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7d707c878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7d707c878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 static routing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 Template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Screen shot 1 with all three points highlighted and clearly visible</a:t>
            </a:r>
            <a:endParaRPr sz="21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DELETE EXAMPLE SCREENSHOT</a:t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1623" y="1521475"/>
            <a:ext cx="5690675" cy="275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Screenshot 2 traceroute from one of the partner’s VM to the other partner’s VM</a:t>
            </a:r>
            <a:endParaRPr sz="2000"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Delete this text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Requirements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Traceroute starting from your tunnel adapter (research how to do a traceroute from a particular interface/ip)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Must end at your partner’s loopback.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3 w (who command)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Delete this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-b bind_address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Use bind_address on the local machine as the source address of the connection.  Only useful on systems with more than one address.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Requirement: ssh from one partner to another using the source address of your tunnel adapter to your partner.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