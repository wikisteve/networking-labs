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Amatic SC"/>
      <p:regular r:id="rId11"/>
      <p:bold r:id="rId12"/>
    </p:embeddedFont>
    <p:embeddedFont>
      <p:font typeface="Source Code Pr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maticSC-regular.fntdata"/><Relationship Id="rId10" Type="http://schemas.openxmlformats.org/officeDocument/2006/relationships/slide" Target="slides/slide5.xml"/><Relationship Id="rId13" Type="http://schemas.openxmlformats.org/officeDocument/2006/relationships/font" Target="fonts/SourceCodePro-regular.fntdata"/><Relationship Id="rId12" Type="http://schemas.openxmlformats.org/officeDocument/2006/relationships/font" Target="fonts/AmaticSC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italic.fntdata"/><Relationship Id="rId14" Type="http://schemas.openxmlformats.org/officeDocument/2006/relationships/font" Target="fonts/SourceCodePro-bold.fntdata"/><Relationship Id="rId16" Type="http://schemas.openxmlformats.org/officeDocument/2006/relationships/font" Target="fonts/SourceCode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31be81032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31be8103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31be81032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531be81032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531be8103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531be8103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531be81032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531be81032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routing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 Document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Slide 1 new hostname with sudo working</a:t>
            </a:r>
            <a:endParaRPr sz="34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Slide 2 able to correctly resolve server &amp; client to FQDN</a:t>
            </a:r>
            <a:endParaRPr sz="26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Slide 3 on client prove network is correct</a:t>
            </a:r>
            <a:endParaRPr sz="350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Slide 4 client traffic passes through server</a:t>
            </a:r>
            <a:endParaRPr sz="340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