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Amatic SC"/>
      <p:regular r:id="rId19"/>
      <p:bold r:id="rId20"/>
    </p:embeddedFont>
    <p:embeddedFont>
      <p:font typeface="Source Code Pr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maticSC-bold.fntdata"/><Relationship Id="rId11" Type="http://schemas.openxmlformats.org/officeDocument/2006/relationships/slide" Target="slides/slide6.xml"/><Relationship Id="rId22" Type="http://schemas.openxmlformats.org/officeDocument/2006/relationships/font" Target="fonts/SourceCodePro-bold.fntdata"/><Relationship Id="rId10" Type="http://schemas.openxmlformats.org/officeDocument/2006/relationships/slide" Target="slides/slide5.xml"/><Relationship Id="rId21" Type="http://schemas.openxmlformats.org/officeDocument/2006/relationships/font" Target="fonts/SourceCodePro-regular.fntdata"/><Relationship Id="rId13" Type="http://schemas.openxmlformats.org/officeDocument/2006/relationships/slide" Target="slides/slide8.xml"/><Relationship Id="rId24" Type="http://schemas.openxmlformats.org/officeDocument/2006/relationships/font" Target="fonts/SourceCodePro-boldItalic.fntdata"/><Relationship Id="rId12" Type="http://schemas.openxmlformats.org/officeDocument/2006/relationships/slide" Target="slides/slide7.xml"/><Relationship Id="rId23" Type="http://schemas.openxmlformats.org/officeDocument/2006/relationships/font" Target="fonts/SourceCodePr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maticSC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slide_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slide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bash_lesson_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bash_lesson_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bash_lesson_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bash_lesson_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bash_lesson_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bash_lesson_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bash_lesson_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bash_lesson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bash_lesson_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bash_lesson_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bash_lesson_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bash_lesson_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bash_lesson_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bash_lesson_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bash_lesson_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bash_lesson_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bash_lesson_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bash_lesson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bash_lesson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bash_lesson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bash_lesson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bash_lesson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bash_lesson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bash_lesson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Bash Introduction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Bash basics, input and output, logging, and small useful scripts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Bash Today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one small tool: `hostcheck.sh`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Today: stdin, stdout, stderr, variables, read, exit codes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Use tee and redirection to save output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 1: stdin, stdout, stderr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stdin = input (example: read name)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keyboard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file with &lt;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command with |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stdout = normal output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stderr = error output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stdin and redirection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read name, then type a word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cat &lt; /etc/hostname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echo "hello" | tee note.txt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 ls /etc /nope &gt; out.txt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5. ls /etc /nope 2&gt; err.txt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Stretch: ls /etc /nope &gt; both.txt 2&gt;&amp;1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stdin, stdout, stderr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keyboard, &lt;, and | can feed stdin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&gt; keeps stdout only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2&gt; keeps stderr only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2&gt;&amp;1 sends stderr where stdout goes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tee shows output and saves 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do this to log clean results and debug faster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 2: variables, stdin, and read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TARGET="8.8.8.8"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echo "$TARGET"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read -p "Enter a host: " TARGET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read takes input from stdin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 spaces around =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use a variable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Create TARGET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Ask for it with read -p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Echo it back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4. If you finish early, run ping -c 1 "$TARGET"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variables and read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-p "Enter a host: " TARGET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echo "Checking $TARGET"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Common mistakes: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TARGET = "8.8.8.8" is wrong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 quotes are safer: "$TARGET"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 3: exit codes and decisions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command returns an exit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echo $? shows the last one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0 = success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not 0 = failure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[ $? -eq 0 ]; then ...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It: ping and check $?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Ping 8.8.8.8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Run echo $? right away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Ping 10.255.255.1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4. Run echo $? again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5. If you finish early, print UP or DOWN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$? and if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ping -c 1 8.8.8.8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[ $? -eq 0 ]; then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echo "UP"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else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echo "DOWN"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fi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With Me: hostcheck.sh</a:t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combine the pieces: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stdin with read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stdout/stderr with redirection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tee for screen + file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$? inside if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one good host and one bad host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Follow along, then run your own copy.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Reading and Homework</a:t>
            </a:r>
            <a:endParaRPr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 next: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learnshell.org Bash course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W3Schools Bash Variables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W3Schools Bash If...Else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Homework: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 finish hostcheck.sh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 save results with tee or redirection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