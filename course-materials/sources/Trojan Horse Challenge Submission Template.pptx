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Amatic SC"/>
      <p:regular r:id="rId11"/>
      <p:bold r:id="rId12"/>
    </p:embeddedFont>
    <p:embeddedFont>
      <p:font typeface="Source Code Pro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AmaticSC-regular.fntdata"/><Relationship Id="rId10" Type="http://schemas.openxmlformats.org/officeDocument/2006/relationships/slide" Target="slides/slide5.xml"/><Relationship Id="rId13" Type="http://schemas.openxmlformats.org/officeDocument/2006/relationships/font" Target="fonts/SourceCodePro-regular.fntdata"/><Relationship Id="rId12" Type="http://schemas.openxmlformats.org/officeDocument/2006/relationships/font" Target="fonts/AmaticSC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SourceCodePro-italic.fntdata"/><Relationship Id="rId14" Type="http://schemas.openxmlformats.org/officeDocument/2006/relationships/font" Target="fonts/SourceCodePro-bold.fntdata"/><Relationship Id="rId16" Type="http://schemas.openxmlformats.org/officeDocument/2006/relationships/font" Target="fonts/SourceCodePr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7d707c878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27d707c878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7d707c8785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7d707c8785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7d707c8785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7d707c8785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7d707c8785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7d707c8785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04800" y="309350"/>
            <a:ext cx="8537700" cy="7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845223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matic SC"/>
              <a:buNone/>
              <a:defRPr b="1" sz="24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240275"/>
            <a:ext cx="8520600" cy="198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3046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beach-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 Trojan Horse</a:t>
            </a:r>
            <a:endParaRPr/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Submission Template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Screenshot 1 Windows browser showing the {"status":"received"} message.</a:t>
            </a:r>
            <a:endParaRPr sz="2000"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Screenshot 2 terminal showing the "Audit Complete" </a:t>
            </a:r>
            <a:endParaRPr sz="2500"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Screenshot 3  terminal log showing the GET request with the 200 status code</a:t>
            </a:r>
            <a:endParaRPr sz="1900"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Screenshot 4 Capture the command and the decoded output revealing your username.</a:t>
            </a:r>
            <a:endParaRPr sz="2100"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each Day">
  <a:themeElements>
    <a:clrScheme name="Beach Day">
      <a:dk1>
        <a:srgbClr val="00FDC8"/>
      </a:dk1>
      <a:lt1>
        <a:srgbClr val="FFFFFF"/>
      </a:lt1>
      <a:dk2>
        <a:srgbClr val="666666"/>
      </a:dk2>
      <a:lt2>
        <a:srgbClr val="EEEEEE"/>
      </a:lt2>
      <a:accent1>
        <a:srgbClr val="212121"/>
      </a:accent1>
      <a:accent2>
        <a:srgbClr val="455A64"/>
      </a:accent2>
      <a:accent3>
        <a:srgbClr val="78909C"/>
      </a:accent3>
      <a:accent4>
        <a:srgbClr val="7C7CE0"/>
      </a:accent4>
      <a:accent5>
        <a:srgbClr val="DB4437"/>
      </a:accent5>
      <a:accent6>
        <a:srgbClr val="F6CD4C"/>
      </a:accent6>
      <a:hlink>
        <a:srgbClr val="DB4437"/>
      </a:hlink>
      <a:folHlink>
        <a:srgbClr val="DB443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