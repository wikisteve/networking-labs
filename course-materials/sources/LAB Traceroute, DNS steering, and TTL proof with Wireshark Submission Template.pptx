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1"/>
      <p:bold r:id="rId12"/>
    </p:embeddedFont>
    <p:embeddedFont>
      <p:font typeface="Source Code Pr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regular.fntdata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Lab </a:t>
            </a:r>
            <a:r>
              <a:rPr lang="en" sz="2100"/>
              <a:t>Traceroute, DNS steering, and TTL proof with Wireshark</a:t>
            </a:r>
            <a:endParaRPr sz="21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dig output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probe evidence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TTL proof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Screenshot 4 HE shows ASN context and neighbors</a:t>
            </a:r>
            <a:endParaRPr sz="2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