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Amatic SC"/>
      <p:regular r:id="rId29"/>
      <p:bold r:id="rId30"/>
    </p:embeddedFont>
    <p:embeddedFont>
      <p:font typeface="Source Code Pr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maticS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urceCodePro-regular.fntdata"/><Relationship Id="rId30" Type="http://schemas.openxmlformats.org/officeDocument/2006/relationships/font" Target="fonts/AmaticSC-bold.fntdata"/><Relationship Id="rId11" Type="http://schemas.openxmlformats.org/officeDocument/2006/relationships/slide" Target="slides/slide6.xml"/><Relationship Id="rId33" Type="http://schemas.openxmlformats.org/officeDocument/2006/relationships/font" Target="fonts/SourceCodePro-italic.fntdata"/><Relationship Id="rId10" Type="http://schemas.openxmlformats.org/officeDocument/2006/relationships/slide" Target="slides/slide5.xml"/><Relationship Id="rId32" Type="http://schemas.openxmlformats.org/officeDocument/2006/relationships/font" Target="fonts/SourceCode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SourceCodePr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3b3c3b853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3b3c3b853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3b3c3b853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3b3c3b853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b3c3b853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3b3c3b853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b3c3b853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b3c3b853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b3c3b853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3b3c3b853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b3c3b853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3b3c3b85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b3c3b853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3b3c3b853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b3c3b853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b3c3b853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b3c3b853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b3c3b853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b3c3b853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b3c3b853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b3c3b853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3b3c3b853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b3c3b853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b3c3b853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b3c3b853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3b3c3b85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b3c3b853e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3b3c3b853e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b3c3b853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3b3c3b853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3b3c3b853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3b3c3b853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b3c3b853e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3b3c3b853e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b3c3b853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b3c3b853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b3c3b853e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b3c3b853e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3b3c3b853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3b3c3b853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b3c3b853e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b3c3b853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b3c3b853e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b3c3b853e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Init#Other_implementation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inux.die.net/man/1/bash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en.wikipedia.org/wiki/Pseudoterminal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and single user mode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Sharpe </a:t>
            </a:r>
            <a:r>
              <a:rPr lang="en"/>
              <a:t>Curriculum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Securing Root review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Entered into single user mode by modifying GRUB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Remounted root to read-write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Recalculated</a:t>
            </a:r>
            <a:r>
              <a:rPr lang="en"/>
              <a:t> a new password hash based on your brand new choice of password and stored in /etc/shadow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Securing Root review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-Lastly we disabled root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focus we will take on is what exactly is </a:t>
            </a:r>
            <a:r>
              <a:rPr b="1" lang="en"/>
              <a:t>init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first process on your system?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process, PID (Process ID) is init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Every process after that is a child process of init.  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200" y="1809750"/>
            <a:ext cx="3238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pstree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install pstree </a:t>
            </a:r>
            <a:r>
              <a:rPr b="1" lang="en"/>
              <a:t>sudo apt install psmisc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 the number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round brackets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the PID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325" y="1729825"/>
            <a:ext cx="3613000" cy="325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Why does ps say init but pstree says systemd?</a:t>
            </a:r>
            <a:endParaRPr sz="28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Hey another symbolic link!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52" y="1957375"/>
            <a:ext cx="8053475" cy="7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 vs lsof vs pstree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ps</a:t>
            </a:r>
            <a:r>
              <a:rPr lang="en" sz="3100"/>
              <a:t> gave the name of the file that was called upon, which was truly the symlink </a:t>
            </a:r>
            <a:r>
              <a:rPr b="1" lang="en" sz="3100"/>
              <a:t>/usr/sbin/init</a:t>
            </a:r>
            <a:endParaRPr b="1" sz="3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100"/>
              <a:t>pstree</a:t>
            </a:r>
            <a:r>
              <a:rPr lang="en" sz="3100"/>
              <a:t> behaved similarly to </a:t>
            </a:r>
            <a:r>
              <a:rPr b="1" lang="en" sz="3100"/>
              <a:t>lsof</a:t>
            </a:r>
            <a:r>
              <a:rPr lang="en" sz="3100"/>
              <a:t> and called the actual opened file in memory.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450" y="3141463"/>
            <a:ext cx="617220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Eureka!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init is a symlink for legacy purposes, but truthfully the </a:t>
            </a:r>
            <a:r>
              <a:rPr b="1" lang="en"/>
              <a:t>system control</a:t>
            </a:r>
            <a:r>
              <a:rPr lang="en"/>
              <a:t> isn’t </a:t>
            </a:r>
            <a:r>
              <a:rPr b="1" lang="en"/>
              <a:t>init</a:t>
            </a:r>
            <a:r>
              <a:rPr lang="en"/>
              <a:t> it’s actually </a:t>
            </a:r>
            <a:r>
              <a:rPr b="1" lang="en"/>
              <a:t>systemd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isn’t a history class but there are </a:t>
            </a:r>
            <a:r>
              <a:rPr lang="en" u="sng">
                <a:solidFill>
                  <a:schemeClr val="hlink"/>
                </a:solidFill>
                <a:hlinkClick r:id="rId3"/>
              </a:rPr>
              <a:t>MANY alternatives</a:t>
            </a:r>
            <a:r>
              <a:rPr lang="en"/>
              <a:t> than just systemd for init.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Great.  What does systemd do?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controls nearly every aspect of your Linux system.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spawns a getty (more on this later)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controls daemons (known as services in Windows)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a ton of other flags under </a:t>
            </a:r>
            <a:r>
              <a:rPr lang="en"/>
              <a:t>/etc/sysctl.conf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									</a:t>
            </a:r>
            <a:r>
              <a:rPr lang="en" sz="2000"/>
              <a:t>and a lot more.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GRUB edits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removed </a:t>
            </a:r>
            <a:r>
              <a:rPr b="1" lang="en"/>
              <a:t>ro quiet</a:t>
            </a:r>
            <a:r>
              <a:rPr lang="en"/>
              <a:t>, then replaced with </a:t>
            </a:r>
            <a:r>
              <a:rPr b="1" lang="en"/>
              <a:t>single init=/bin/bash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 the single is saying runlevel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Instead of the first process being init, we’ve said the first process we want to be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bash shell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Shhh. Quiet!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By default all distributions whether server, workstation or desktop seem to include </a:t>
            </a:r>
            <a:r>
              <a:rPr b="1" lang="en"/>
              <a:t>quiet</a:t>
            </a:r>
            <a:r>
              <a:rPr lang="en"/>
              <a:t> for the most puzzling reasons.  It hides the messages from systemd. Remember in lab 2 you removed ro quiet and replaced with additional information to go into runlevel 1.  We’re going to focus on </a:t>
            </a:r>
            <a:r>
              <a:rPr b="1" lang="en"/>
              <a:t>quiet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Quiet frankly useless on a server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It’s designed to </a:t>
            </a:r>
            <a:r>
              <a:rPr b="1" lang="en"/>
              <a:t>hide the output of systemd</a:t>
            </a:r>
            <a:r>
              <a:rPr lang="en"/>
              <a:t> to not confuse end users using Linux as a desktop.  However if something fails during startup and you’re sitting in front of the computer it’s nice to see something </a:t>
            </a:r>
            <a:r>
              <a:rPr b="1" lang="en"/>
              <a:t>failed.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more quiet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both sudo and your favourite editor remove quiet in double quotes.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Write changes -&gt;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75" y="2017600"/>
            <a:ext cx="7398875" cy="9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5000" y="3324300"/>
            <a:ext cx="398145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Hurray, kernel messages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 reboot you’ll know see messages from both the kernel &amp; systemd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3198" y="1664000"/>
            <a:ext cx="5266651" cy="29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Terminals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Getty or agetty creates physical consoles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725" y="1762113"/>
            <a:ext cx="52578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288" y="2950950"/>
            <a:ext cx="743902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two superhero accounts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time to shine here, Batman, Professor X you name it.  We just need two new users.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just made Batman and Robin for this example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00" y="2288100"/>
            <a:ext cx="401955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Getty spawns based on sockets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terminal doesn’t actually exist till you try to access it.  Not existing till you access is true of a lot of things in Linux, more examples later in this course.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Two ways to access your tty (next slide)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Alt+F-key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key combo can run amok because a lot of </a:t>
            </a:r>
            <a:r>
              <a:rPr lang="en"/>
              <a:t>laptops</a:t>
            </a:r>
            <a:r>
              <a:rPr lang="en"/>
              <a:t> default to using function keys such as F1, F2, etc to mute, volume control, brightness.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current tty you’re on right now is tty1 which is alt+f1.  Fully customizable but Debian stops at f6.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 + left or right arrow keys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cycle through the terminals using alt  + left or right arrow keys.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/>
              <a:t>What if I have a graphical user interface such as KDE or GNOME??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/>
              <a:t>Then your only option is ctrl+alt+f-key then once you’ve dropped to console then you can cycle through the consoles again with arrow keys.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Spawn two more ttys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your new users, in my case Batman &amp; Robin.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tty1 - Your first 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tty2 - First superhero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tty3 - Second superhero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physical terminals in use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You’ve now used up 3 ttys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713" y="2033588"/>
            <a:ext cx="536257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Pseudoterminal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You’ve seen a physical interface which is a tty, but that is if you have physical access and in our case we have physical keyboard and VGA (monitor) access.  If we have a remote system are options are telnet (what’s wrong with telnet?) or ssh.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Pseudoterminal</a:t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Note: a p</a:t>
            </a:r>
            <a:r>
              <a:rPr lang="en"/>
              <a:t>seudoterminal </a:t>
            </a:r>
            <a:r>
              <a:rPr lang="en"/>
              <a:t>abbreviated</a:t>
            </a:r>
            <a:r>
              <a:rPr lang="en"/>
              <a:t> </a:t>
            </a:r>
            <a:r>
              <a:rPr b="1" lang="en"/>
              <a:t>pts</a:t>
            </a:r>
            <a:r>
              <a:rPr lang="en"/>
              <a:t> (</a:t>
            </a:r>
            <a:r>
              <a:rPr i="1" lang="en"/>
              <a:t>or vty in Cisco</a:t>
            </a:r>
            <a:r>
              <a:rPr lang="en"/>
              <a:t>).  In certain cases you’ll see Linux </a:t>
            </a:r>
            <a:r>
              <a:rPr lang="en" u="sng">
                <a:solidFill>
                  <a:schemeClr val="hlink"/>
                </a:solidFill>
                <a:hlinkClick r:id="rId3"/>
              </a:rPr>
              <a:t>use pty</a:t>
            </a:r>
            <a:endParaRPr/>
          </a:p>
        </p:txBody>
      </p:sp>
      <p:pic>
        <p:nvPicPr>
          <p:cNvPr id="201" name="Google Shape;2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7888" y="2346575"/>
            <a:ext cx="532447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