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Amatic SC"/>
      <p:regular r:id="rId12"/>
      <p:bold r:id="rId13"/>
    </p:embeddedFont>
    <p:embeddedFont>
      <p:font typeface="Source Code Pr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AmaticSC-bold.fntdata"/><Relationship Id="rId12" Type="http://schemas.openxmlformats.org/officeDocument/2006/relationships/font" Target="fonts/AmaticSC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.fntdata"/><Relationship Id="rId14" Type="http://schemas.openxmlformats.org/officeDocument/2006/relationships/font" Target="fonts/SourceCodePro-regular.fntdata"/><Relationship Id="rId17" Type="http://schemas.openxmlformats.org/officeDocument/2006/relationships/font" Target="fonts/SourceCodePro-boldItalic.fntdata"/><Relationship Id="rId16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7d707c87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7d707c87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d707c878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d707c878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d707c8785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d707c8785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d707c87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d707c87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d707c8785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d707c8785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3429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802500"/>
            <a:ext cx="3538500" cy="35385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228675"/>
            <a:ext cx="39999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309350"/>
            <a:ext cx="8537700" cy="74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45223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240275"/>
            <a:ext cx="8520600" cy="19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3046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311700" y="392150"/>
            <a:ext cx="8520600" cy="269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and SSH Challenge Challenge</a:t>
            </a:r>
            <a:endParaRPr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3890400"/>
            <a:ext cx="8520600" cy="70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Submission Template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1 Steganography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2 SSH Key login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3 X11 Forwarding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4 Server vs user keys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92850"/>
            <a:ext cx="8520600" cy="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Screenshot 5 Restricting user logins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228675"/>
            <a:ext cx="8520600" cy="33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