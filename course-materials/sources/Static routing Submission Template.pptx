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Amatic SC"/>
      <p:regular r:id="rId10"/>
      <p:bold r:id="rId11"/>
    </p:embeddedFont>
    <p:embeddedFont>
      <p:font typeface="Source Code Pr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maticSC-bold.fntdata"/><Relationship Id="rId10" Type="http://schemas.openxmlformats.org/officeDocument/2006/relationships/font" Target="fonts/AmaticSC-regular.fntdata"/><Relationship Id="rId13" Type="http://schemas.openxmlformats.org/officeDocument/2006/relationships/font" Target="fonts/SourceCodePro-bold.fntdata"/><Relationship Id="rId12" Type="http://schemas.openxmlformats.org/officeDocument/2006/relationships/font" Target="fonts/SourceCodePr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SourceCodePro-boldItalic.fntdata"/><Relationship Id="rId14"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7d707c878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7d707c878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7d707c87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7d707c87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7d707c878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7d707c878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Lab static routing</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Submission Template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Screenshot 1 - ping Windows and Debian-www</a:t>
            </a:r>
            <a:endParaRPr sz="2800"/>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your router, prove that you have set the IPs right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From your router ping the Windows computer (you’ll have to disable the firewall)</a:t>
            </a:r>
            <a:endParaRPr/>
          </a:p>
          <a:p>
            <a:pPr indent="0" lvl="0" marL="0" rtl="0" algn="l">
              <a:spcBef>
                <a:spcPts val="1200"/>
              </a:spcBef>
              <a:spcAft>
                <a:spcPts val="1200"/>
              </a:spcAft>
              <a:buNone/>
            </a:pPr>
            <a:r>
              <a:rPr lang="en"/>
              <a:t>From your router ping your </a:t>
            </a:r>
            <a:r>
              <a:rPr lang="en"/>
              <a:t>webserver (debian-www)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Screenshot 2 - traceroute </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the Windows Computer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Provide a screenshot showing the website of your internal web server, have your name somewhere in the website.  </a:t>
            </a:r>
            <a:endParaRPr/>
          </a:p>
          <a:p>
            <a:pPr indent="0" lvl="0" marL="0" rtl="0" algn="l">
              <a:spcBef>
                <a:spcPts val="1200"/>
              </a:spcBef>
              <a:spcAft>
                <a:spcPts val="1200"/>
              </a:spcAft>
              <a:buNone/>
            </a:pPr>
            <a:r>
              <a:rPr lang="en"/>
              <a:t>In the same screenshot show a traceroute.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Screenshot 3 connect to another group!</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your Windows computer, show that you’ve connected to another group.</a:t>
            </a:r>
            <a:endParaRPr/>
          </a:p>
          <a:p>
            <a:pPr indent="0" lvl="0" marL="0" rtl="0" algn="l">
              <a:spcBef>
                <a:spcPts val="1200"/>
              </a:spcBef>
              <a:spcAft>
                <a:spcPts val="0"/>
              </a:spcAft>
              <a:buNone/>
            </a:pPr>
            <a:r>
              <a:rPr lang="en"/>
              <a:t>From Windows show their website, with their name in the website. </a:t>
            </a:r>
            <a:endParaRPr/>
          </a:p>
          <a:p>
            <a:pPr indent="0" lvl="0" marL="0" rtl="0" algn="l">
              <a:spcBef>
                <a:spcPts val="1200"/>
              </a:spcBef>
              <a:spcAft>
                <a:spcPts val="1200"/>
              </a:spcAft>
              <a:buNone/>
            </a:pPr>
            <a:r>
              <a:rPr lang="en"/>
              <a:t>The command window with the traceroute showing the path as it goes through your router AND their router to get to their page.  Both groups can submit the same screenshot as you worked </a:t>
            </a:r>
            <a:r>
              <a:rPr lang="en"/>
              <a:t>together </a:t>
            </a:r>
            <a:r>
              <a:rPr b="1" lang="en"/>
              <a:t>for screenshot 3 only.</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