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matic SC"/>
      <p:regular r:id="rId17"/>
      <p:bold r:id="rId18"/>
    </p:embeddedFont>
    <p:embeddedFont>
      <p:font typeface="Source Code Pr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regular.fntdata"/><Relationship Id="rId6" Type="http://schemas.openxmlformats.org/officeDocument/2006/relationships/slide" Target="slides/slide1.xml"/><Relationship Id="rId18" Type="http://schemas.openxmlformats.org/officeDocument/2006/relationships/font" Target="fonts/AmaticS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4514878b7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f4514878b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4514878b7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4514878b7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4514878b7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f4514878b7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4514878b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f4514878b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4514878b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4514878b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f4514878b7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f4514878b7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4514878b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4514878b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f4514878b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f4514878b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4514878b7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4514878b7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8c2f8909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d8c2f8909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1050" lIns="82100" spcFirstLastPara="1" rIns="82100" wrap="square" tIns="410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50" lIns="82100" spcFirstLastPara="1" rIns="82100" wrap="square" tIns="4105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■"/>
              <a:defRPr/>
            </a:lvl3pPr>
            <a:lvl4pPr indent="-228600" lvl="3" marL="1828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050" lIns="82100" spcFirstLastPara="1" rIns="82100" wrap="square" tIns="41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ano-editor.org/dist/latest/nano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Editor_war" TargetMode="External"/><Relationship Id="rId4" Type="http://schemas.openxmlformats.org/officeDocument/2006/relationships/hyperlink" Target="https://en.wikipedia.org/wiki/Emac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Editors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Sharpe Curriculum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Editors!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There are all kinds of editors.   Those that are graphical such as gedit and text based versions such as nano, emacs, vi and joe.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Each editor has its own perks and perils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Nano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The Pine mail editor shipped with a wonderful editor called Pico which has a fairly strict licence.  </a:t>
            </a:r>
            <a:endParaRPr/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i="1" lang="en"/>
              <a:t>imitation is the sincerest form of flattery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At the time you had Vi or Emacs so users were installing the Pine e-mail editor just for the Pico editor.  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Nano is built to feel just like Pico and has the GNU licence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Nano features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Just to name a few features, but </a:t>
            </a:r>
            <a:r>
              <a:rPr lang="en" u="sng">
                <a:solidFill>
                  <a:schemeClr val="hlink"/>
                </a:solidFill>
                <a:hlinkClick r:id="rId3"/>
              </a:rPr>
              <a:t>see the manual</a:t>
            </a:r>
            <a:r>
              <a:rPr lang="en"/>
              <a:t> for a lot more.</a:t>
            </a:r>
            <a:endParaRPr/>
          </a:p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Syntax highlighting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Line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Regular expressions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Multiple buffers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Indenting groups of 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undo/redo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Emacs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Some may think it exists just for the Vi vs Emacs </a:t>
            </a:r>
            <a:r>
              <a:rPr lang="en" u="sng">
                <a:solidFill>
                  <a:schemeClr val="hlink"/>
                </a:solidFill>
                <a:hlinkClick r:id="rId3"/>
              </a:rPr>
              <a:t>debates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Not covered in this course but has an </a:t>
            </a:r>
            <a:r>
              <a:rPr lang="en" u="sng">
                <a:solidFill>
                  <a:schemeClr val="hlink"/>
                </a:solidFill>
                <a:hlinkClick r:id="rId4"/>
              </a:rPr>
              <a:t>extensive Wikipedia article.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 or Vim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In the 70s it was a game changer, but today there are options HOWEVER it’s critical to know because there will be systems that only have Vi and you will be unable to install another editor.  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It supports everything that most other editors do and if you go down Alice and Wonderlands rabbit hole it does have a lot of features.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you’re expected to know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 lnSpcReduction="10000"/>
          </a:bodyPr>
          <a:lstStyle/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 has 2 modes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command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insert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cursor movement in command mode</a:t>
            </a:r>
            <a:endParaRPr/>
          </a:p>
          <a:p>
            <a:pPr indent="4572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uses hjkl to move left-down-up-right (</a:t>
            </a:r>
            <a:r>
              <a:rPr b="1" lang="en"/>
              <a:t>less</a:t>
            </a:r>
            <a:r>
              <a:rPr lang="en"/>
              <a:t> also uses these too!)</a:t>
            </a:r>
            <a:endParaRPr/>
          </a:p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insert mode, letters typed are inserted.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hit escape to exit insert mode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you’re expected to know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Arrow keys generate escape sequences.  Back in the day editors didn’t always intercept or use them correctly.  Today it’s nearly impossible to recreate this problem for a demonstration.  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The closest I’ve got is running </a:t>
            </a:r>
            <a:r>
              <a:rPr b="1" lang="en"/>
              <a:t>sh</a:t>
            </a:r>
            <a:r>
              <a:rPr lang="en"/>
              <a:t> (not bash)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At the command prompt type sh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Now use your arrow keys, those are escape sequences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shortcuts when editing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 insert before cursor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A append after line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dd delete entire line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x delete the character the cursor is on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You will need to complete </a:t>
            </a:r>
            <a:r>
              <a:rPr b="1" lang="en"/>
              <a:t>vimtutor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and replace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 fontScale="92500" lnSpcReduction="20000"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You will need how to look up how to do the following (HINT: great for your cheat sheet)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/string finds string occurrence next in the file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?string finds prior occurence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n – finds next occurrence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N – finds prior occurrence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and replace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You will need how to look up how to do the following (HINT: great for your cheat sheet)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:s/pattern/string/flag –changes pattern to string.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flags</a:t>
            </a:r>
            <a:endParaRPr b="1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 – global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 – confirm each replacement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