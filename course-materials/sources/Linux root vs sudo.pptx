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Amatic SC"/>
      <p:regular r:id="rId22"/>
      <p:bold r:id="rId23"/>
    </p:embeddedFont>
    <p:embeddedFont>
      <p:font typeface="Source Code Pr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maticSC-regular.fntdata"/><Relationship Id="rId21" Type="http://schemas.openxmlformats.org/officeDocument/2006/relationships/slide" Target="slides/slide16.xml"/><Relationship Id="rId24" Type="http://schemas.openxmlformats.org/officeDocument/2006/relationships/font" Target="fonts/SourceCodePro-regular.fntdata"/><Relationship Id="rId23" Type="http://schemas.openxmlformats.org/officeDocument/2006/relationships/font" Target="fonts/AmaticS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7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f4514878b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f4514878b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4514878b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4514878b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4514878b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f4514878b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4514878b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f4514878b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4514878b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f4514878b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f4514878b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f4514878b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f4514878b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f4514878b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f4514878b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f4514878b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f4514878b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f4514878b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4514878b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4514878b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f4514878b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f4514878b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f4514878b7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f4514878b7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f4514878b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f4514878b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f4514878b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f4514878b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f4514878b7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f4514878b7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1050" lIns="82100" spcFirstLastPara="1" rIns="82100" wrap="square" tIns="410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50" lIns="82100" spcFirstLastPara="1" rIns="82100" wrap="square" tIns="4105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■"/>
              <a:defRPr/>
            </a:lvl3pPr>
            <a:lvl4pPr indent="-228600" lvl="3" marL="18288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050" lIns="82100" spcFirstLastPara="1" rIns="82100" wrap="square" tIns="410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iki.debian.org/RunLevel" TargetMode="External"/><Relationship Id="rId4" Type="http://schemas.openxmlformats.org/officeDocument/2006/relationships/hyperlink" Target="https://en.wikipedia.org/wiki/Runleve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eb.mit.edu/rhel-doc/4/RH-DOCS/rhel-sg-en-4/s1-wstation-boot-sec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Got root?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Sharpe Curriculum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Runlevels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Recall from last term if you issued the following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init 0 the system </a:t>
            </a:r>
            <a:r>
              <a:rPr b="1" lang="en"/>
              <a:t>shutdown </a:t>
            </a:r>
            <a:r>
              <a:rPr lang="en"/>
              <a:t>(runlevel 0)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init 6 the system </a:t>
            </a:r>
            <a:r>
              <a:rPr b="1" lang="en"/>
              <a:t>rebooted   </a:t>
            </a:r>
            <a:r>
              <a:rPr lang="en"/>
              <a:t>(runlevel 6)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There are actually two other major runlevels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Run level 1 is single user mode, used for maintenance 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Run levels 2-5 multi-user mode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 and similarities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Debian makes </a:t>
            </a:r>
            <a:r>
              <a:rPr lang="en" u="sng">
                <a:solidFill>
                  <a:schemeClr val="hlink"/>
                </a:solidFill>
                <a:hlinkClick r:id="rId3"/>
              </a:rPr>
              <a:t>no distinction between runlevels 2-5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Whereas other </a:t>
            </a:r>
            <a:r>
              <a:rPr lang="en"/>
              <a:t>distributions</a:t>
            </a:r>
            <a:r>
              <a:rPr lang="en"/>
              <a:t> treat 2-5 </a:t>
            </a:r>
            <a:r>
              <a:rPr lang="en" u="sng">
                <a:solidFill>
                  <a:schemeClr val="hlink"/>
                </a:solidFill>
                <a:hlinkClick r:id="rId4"/>
              </a:rPr>
              <a:t>slightly different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But 0, 1 &amp; 6 across all UNIX are normally the same.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Consult your version of UNIX or Linux documentation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 loader options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Boot loader will default to loading the system in a multiuser mode, which is how we typically know operating systems.  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If a system has 12 users and we’re booting into single user mode the system will login as the first user in /etc/passwd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7000" y="3945613"/>
            <a:ext cx="360997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my root account is disabled.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Typically it does not matter, </a:t>
            </a:r>
            <a:r>
              <a:rPr i="1" lang="en" sz="2300"/>
              <a:t>usually</a:t>
            </a:r>
            <a:r>
              <a:rPr lang="en"/>
              <a:t> you’re not prompted for a password to go into single user mode.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I have seen it on multiple occasions where even when going into single user mode there was a password prompt but that’s atypical.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For these </a:t>
            </a:r>
            <a:r>
              <a:rPr lang="en"/>
              <a:t>situations</a:t>
            </a:r>
            <a:r>
              <a:rPr lang="en"/>
              <a:t> there is </a:t>
            </a:r>
            <a:r>
              <a:rPr b="1" lang="en"/>
              <a:t>chroot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me more about chroot….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 fontScale="92500" lnSpcReduction="20000"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200"/>
              <a:t>Recall that / of your filesystem is root</a:t>
            </a:r>
            <a:endParaRPr sz="22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200"/>
              <a:t>We can use chroot for root jails (more on this later in the course), but for recovery we can also use a live Linux ISO to recover a system.</a:t>
            </a:r>
            <a:endParaRPr sz="22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200"/>
              <a:t>Step 1 mount the root filesystem that we need to do a password reset to</a:t>
            </a:r>
            <a:endParaRPr sz="22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200"/>
              <a:t>Step 2 run chroot (the mount point)</a:t>
            </a:r>
            <a:endParaRPr sz="22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200"/>
              <a:t>Step 3 passwd root or passwd user (change root or a user password)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could we prevent single user mode?</a:t>
            </a:r>
            <a:endParaRPr sz="3000"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Since to get into single user mode requires modifying the boot loader options, </a:t>
            </a:r>
            <a:r>
              <a:rPr lang="en" u="sng">
                <a:solidFill>
                  <a:schemeClr val="hlink"/>
                </a:solidFill>
                <a:hlinkClick r:id="rId3"/>
              </a:rPr>
              <a:t>adding a password to grub</a:t>
            </a:r>
            <a:r>
              <a:rPr lang="en"/>
              <a:t> is an option.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chroot?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Think about this.  What do you need access to boot off another drive? Either USB, optical or a hard drive?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to boot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You could boot business as usual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Different vendors do this differently but a particular key stroke to select an alternate boot device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Change the boot order in BIOS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Good reasons for a BIOS password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I’ll just remove the drive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You could take the drive(s) that make up root and boot it on another system to chroot and change the password.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How would </a:t>
            </a:r>
            <a:r>
              <a:rPr lang="en"/>
              <a:t>you</a:t>
            </a:r>
            <a:r>
              <a:rPr lang="en"/>
              <a:t> protect that?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Encryption!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If we employed full disk encryption which would cover system files then physical access wouldn’t matter.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1 - part 1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You currently have someone sworn to </a:t>
            </a:r>
            <a:r>
              <a:rPr lang="en"/>
              <a:t>secrecy</a:t>
            </a:r>
            <a:r>
              <a:rPr lang="en"/>
              <a:t> not to tell you the root password.  You’ll be booting into single user mode to reset the root password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Got root? 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Majority of password attempts against public facing systems are automated.  If you have a system with SSH access it will experience a tremendous amount of	login attempts to try to guess the </a:t>
            </a:r>
            <a:r>
              <a:rPr b="1" lang="en"/>
              <a:t>root</a:t>
            </a:r>
            <a:r>
              <a:rPr lang="en"/>
              <a:t> password.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As such, it’s best practice to both</a:t>
            </a:r>
            <a:endParaRPr/>
          </a:p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Flat out deny root access login via SSH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Disable root altogether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I do anything without root?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 lnSpcReduction="10000"/>
          </a:bodyPr>
          <a:lstStyle/>
          <a:p>
            <a:pPr indent="457200" lvl="0" marL="18288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/>
              <a:t>su</a:t>
            </a:r>
            <a:r>
              <a:rPr lang="en"/>
              <a:t> (switch user) if provided arguments, otherwise it is super user (root)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/>
              <a:t>sudo</a:t>
            </a:r>
            <a:r>
              <a:rPr lang="en"/>
              <a:t> will run something AS someone else, usually we use sudo to run </a:t>
            </a:r>
            <a:r>
              <a:rPr b="1" lang="en"/>
              <a:t>as root</a:t>
            </a:r>
            <a:endParaRPr b="1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en"/>
              <a:t>How do I do anything without root?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An attacker will always try to guess root first, they however MAY know other accounts on your system, but they do not know who has sudo privileges.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It’s also great for accounting which will look at as well.  We know WHO used sudo and WHAT they did.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2 part 2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Install sudo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Enable a user to have sudo rights</a:t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Finally secure the system by disabling root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