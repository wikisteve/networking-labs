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Storage and IPv6 Challenge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1 RAID volume named FirstName-challenge with one-sentence justification.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2 TrueNAS hostname, drive replacement, and rebuild in one screenshot.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3 Windows iSCSI mount showing 42 GB size, label, and IQN naming.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Screenshot 4 Wireshark proof of Cloudflare WARP DoH destination, range, ownership, and computer name.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5 IPv6 source and destination plus Cloudflare whois proof.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