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Lst>
  <p:sldSz cy="5143500" cx="9144000"/>
  <p:notesSz cx="6858000" cy="9144000"/>
  <p:embeddedFontLst>
    <p:embeddedFont>
      <p:font typeface="Amatic SC"/>
      <p:regular r:id="rId45"/>
      <p:bold r:id="rId46"/>
    </p:embeddedFont>
    <p:embeddedFont>
      <p:font typeface="Source Code Pro"/>
      <p:regular r:id="rId47"/>
      <p:bold r:id="rId48"/>
      <p:italic r:id="rId49"/>
      <p:boldItalic r:id="rId5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font" Target="fonts/AmaticSC-bold.fntdata"/><Relationship Id="rId45" Type="http://schemas.openxmlformats.org/officeDocument/2006/relationships/font" Target="fonts/AmaticSC-regular.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font" Target="fonts/SourceCodePro-bold.fntdata"/><Relationship Id="rId47" Type="http://schemas.openxmlformats.org/officeDocument/2006/relationships/font" Target="fonts/SourceCodePro-regular.fntdata"/><Relationship Id="rId49" Type="http://schemas.openxmlformats.org/officeDocument/2006/relationships/font" Target="fonts/SourceCodePro-italic.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0" Type="http://schemas.openxmlformats.org/officeDocument/2006/relationships/font" Target="fonts/SourceCodePro-boldItalic.fntdata"/><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 name="Shape 52"/>
        <p:cNvGrpSpPr/>
        <p:nvPr/>
      </p:nvGrpSpPr>
      <p:grpSpPr>
        <a:xfrm>
          <a:off x="0" y="0"/>
          <a:ext cx="0" cy="0"/>
          <a:chOff x="0" y="0"/>
          <a:chExt cx="0" cy="0"/>
        </a:xfrm>
      </p:grpSpPr>
      <p:sp>
        <p:nvSpPr>
          <p:cNvPr id="53" name="Google Shape;53;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4" name="Google Shape;54;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 name="Shape 58"/>
        <p:cNvGrpSpPr/>
        <p:nvPr/>
      </p:nvGrpSpPr>
      <p:grpSpPr>
        <a:xfrm>
          <a:off x="0" y="0"/>
          <a:ext cx="0" cy="0"/>
          <a:chOff x="0" y="0"/>
          <a:chExt cx="0" cy="0"/>
        </a:xfrm>
      </p:grpSpPr>
      <p:sp>
        <p:nvSpPr>
          <p:cNvPr id="59" name="Google Shape;59;g13b84ae4226_0_1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 name="Google Shape;60;g13b84ae4226_0_1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 name="Shape 64"/>
        <p:cNvGrpSpPr/>
        <p:nvPr/>
      </p:nvGrpSpPr>
      <p:grpSpPr>
        <a:xfrm>
          <a:off x="0" y="0"/>
          <a:ext cx="0" cy="0"/>
          <a:chOff x="0" y="0"/>
          <a:chExt cx="0" cy="0"/>
        </a:xfrm>
      </p:grpSpPr>
      <p:sp>
        <p:nvSpPr>
          <p:cNvPr id="65" name="Google Shape;65;g13b84ae4226_0_1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6" name="Google Shape;66;g13b84ae4226_0_1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 name="Shape 70"/>
        <p:cNvGrpSpPr/>
        <p:nvPr/>
      </p:nvGrpSpPr>
      <p:grpSpPr>
        <a:xfrm>
          <a:off x="0" y="0"/>
          <a:ext cx="0" cy="0"/>
          <a:chOff x="0" y="0"/>
          <a:chExt cx="0" cy="0"/>
        </a:xfrm>
      </p:grpSpPr>
      <p:sp>
        <p:nvSpPr>
          <p:cNvPr id="71" name="Google Shape;71;g13b84ae4226_0_1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 name="Google Shape;72;g13b84ae4226_0_1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 name="Shape 76"/>
        <p:cNvGrpSpPr/>
        <p:nvPr/>
      </p:nvGrpSpPr>
      <p:grpSpPr>
        <a:xfrm>
          <a:off x="0" y="0"/>
          <a:ext cx="0" cy="0"/>
          <a:chOff x="0" y="0"/>
          <a:chExt cx="0" cy="0"/>
        </a:xfrm>
      </p:grpSpPr>
      <p:sp>
        <p:nvSpPr>
          <p:cNvPr id="77" name="Google Shape;77;g13b84ae4226_0_1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8" name="Google Shape;78;g13b84ae4226_0_1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g13b84ae4226_0_1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4" name="Google Shape;84;g13b84ae4226_0_1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g13b84ae4226_0_1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0" name="Google Shape;90;g13b84ae4226_0_1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g13b84ae4226_0_1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7" name="Google Shape;97;g13b84ae4226_0_1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g13b84ae4226_0_1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3" name="Google Shape;103;g13b84ae4226_0_1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g13b84ae4226_0_1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9" name="Google Shape;109;g13b84ae4226_0_1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g13b84ae4226_0_1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5" name="Google Shape;115;g13b84ae4226_0_1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g13b84ae4226_0_1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1" name="Google Shape;121;g13b84ae4226_0_1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g13b84ae4226_0_1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7" name="Google Shape;127;g13b84ae4226_0_1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g13b84ae4226_0_1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3" name="Google Shape;133;g13b84ae4226_0_1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g13b84ae4226_0_1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9" name="Google Shape;139;g13b84ae4226_0_1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g13b84ae4226_0_1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6" name="Google Shape;146;g13b84ae4226_0_1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g13b84ae4226_0_2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3" name="Google Shape;153;g13b84ae4226_0_2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g13b84ae4226_0_2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0" name="Google Shape;160;g13b84ae4226_0_2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g13b84ae4226_0_2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7" name="Google Shape;167;g13b84ae4226_0_2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g13b84ae4226_0_2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3" name="Google Shape;173;g13b84ae4226_0_2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g13b84ae4226_0_2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0" name="Google Shape;180;g13b84ae4226_0_2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g13b84ae4226_0_2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6" name="Google Shape;186;g13b84ae4226_0_2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g13b84ae4226_0_2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2" name="Google Shape;192;g13b84ae4226_0_2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g13b84ae4226_0_2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8" name="Google Shape;198;g13b84ae4226_0_2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 name="Shape 202"/>
        <p:cNvGrpSpPr/>
        <p:nvPr/>
      </p:nvGrpSpPr>
      <p:grpSpPr>
        <a:xfrm>
          <a:off x="0" y="0"/>
          <a:ext cx="0" cy="0"/>
          <a:chOff x="0" y="0"/>
          <a:chExt cx="0" cy="0"/>
        </a:xfrm>
      </p:grpSpPr>
      <p:sp>
        <p:nvSpPr>
          <p:cNvPr id="203" name="Google Shape;203;g13b84ae4226_0_2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4" name="Google Shape;204;g13b84ae4226_0_2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 name="Shape 208"/>
        <p:cNvGrpSpPr/>
        <p:nvPr/>
      </p:nvGrpSpPr>
      <p:grpSpPr>
        <a:xfrm>
          <a:off x="0" y="0"/>
          <a:ext cx="0" cy="0"/>
          <a:chOff x="0" y="0"/>
          <a:chExt cx="0" cy="0"/>
        </a:xfrm>
      </p:grpSpPr>
      <p:sp>
        <p:nvSpPr>
          <p:cNvPr id="209" name="Google Shape;209;g13b84ae4226_0_2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0" name="Google Shape;210;g13b84ae4226_0_2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 name="Shape 215"/>
        <p:cNvGrpSpPr/>
        <p:nvPr/>
      </p:nvGrpSpPr>
      <p:grpSpPr>
        <a:xfrm>
          <a:off x="0" y="0"/>
          <a:ext cx="0" cy="0"/>
          <a:chOff x="0" y="0"/>
          <a:chExt cx="0" cy="0"/>
        </a:xfrm>
      </p:grpSpPr>
      <p:sp>
        <p:nvSpPr>
          <p:cNvPr id="216" name="Google Shape;216;g13b84ae4226_0_2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7" name="Google Shape;217;g13b84ae4226_0_2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 name="Shape 221"/>
        <p:cNvGrpSpPr/>
        <p:nvPr/>
      </p:nvGrpSpPr>
      <p:grpSpPr>
        <a:xfrm>
          <a:off x="0" y="0"/>
          <a:ext cx="0" cy="0"/>
          <a:chOff x="0" y="0"/>
          <a:chExt cx="0" cy="0"/>
        </a:xfrm>
      </p:grpSpPr>
      <p:sp>
        <p:nvSpPr>
          <p:cNvPr id="222" name="Google Shape;222;g13b84ae4226_0_2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3" name="Google Shape;223;g13b84ae4226_0_2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 name="Shape 228"/>
        <p:cNvGrpSpPr/>
        <p:nvPr/>
      </p:nvGrpSpPr>
      <p:grpSpPr>
        <a:xfrm>
          <a:off x="0" y="0"/>
          <a:ext cx="0" cy="0"/>
          <a:chOff x="0" y="0"/>
          <a:chExt cx="0" cy="0"/>
        </a:xfrm>
      </p:grpSpPr>
      <p:sp>
        <p:nvSpPr>
          <p:cNvPr id="229" name="Google Shape;229;g13b84ae4226_0_2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0" name="Google Shape;230;g13b84ae4226_0_2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g13b84ae4226_0_2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6" name="Google Shape;236;g13b84ae4226_0_2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1" name="Shape 241"/>
        <p:cNvGrpSpPr/>
        <p:nvPr/>
      </p:nvGrpSpPr>
      <p:grpSpPr>
        <a:xfrm>
          <a:off x="0" y="0"/>
          <a:ext cx="0" cy="0"/>
          <a:chOff x="0" y="0"/>
          <a:chExt cx="0" cy="0"/>
        </a:xfrm>
      </p:grpSpPr>
      <p:sp>
        <p:nvSpPr>
          <p:cNvPr id="242" name="Google Shape;242;g13b84ae4226_0_2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3" name="Google Shape;243;g13b84ae4226_0_2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8" name="Shape 248"/>
        <p:cNvGrpSpPr/>
        <p:nvPr/>
      </p:nvGrpSpPr>
      <p:grpSpPr>
        <a:xfrm>
          <a:off x="0" y="0"/>
          <a:ext cx="0" cy="0"/>
          <a:chOff x="0" y="0"/>
          <a:chExt cx="0" cy="0"/>
        </a:xfrm>
      </p:grpSpPr>
      <p:sp>
        <p:nvSpPr>
          <p:cNvPr id="249" name="Google Shape;249;g13b84ae4226_0_28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0" name="Google Shape;250;g13b84ae4226_0_2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5" name="Shape 255"/>
        <p:cNvGrpSpPr/>
        <p:nvPr/>
      </p:nvGrpSpPr>
      <p:grpSpPr>
        <a:xfrm>
          <a:off x="0" y="0"/>
          <a:ext cx="0" cy="0"/>
          <a:chOff x="0" y="0"/>
          <a:chExt cx="0" cy="0"/>
        </a:xfrm>
      </p:grpSpPr>
      <p:sp>
        <p:nvSpPr>
          <p:cNvPr id="256" name="Google Shape;256;g13b84ae4226_0_2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7" name="Google Shape;257;g13b84ae4226_0_2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2" name="Shape 262"/>
        <p:cNvGrpSpPr/>
        <p:nvPr/>
      </p:nvGrpSpPr>
      <p:grpSpPr>
        <a:xfrm>
          <a:off x="0" y="0"/>
          <a:ext cx="0" cy="0"/>
          <a:chOff x="0" y="0"/>
          <a:chExt cx="0" cy="0"/>
        </a:xfrm>
      </p:grpSpPr>
      <p:sp>
        <p:nvSpPr>
          <p:cNvPr id="263" name="Google Shape;263;g13b84ae4226_0_29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4" name="Google Shape;264;g13b84ae4226_0_2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8" name="Shape 268"/>
        <p:cNvGrpSpPr/>
        <p:nvPr/>
      </p:nvGrpSpPr>
      <p:grpSpPr>
        <a:xfrm>
          <a:off x="0" y="0"/>
          <a:ext cx="0" cy="0"/>
          <a:chOff x="0" y="0"/>
          <a:chExt cx="0" cy="0"/>
        </a:xfrm>
      </p:grpSpPr>
      <p:sp>
        <p:nvSpPr>
          <p:cNvPr id="269" name="Google Shape;269;g13b84ae4226_0_3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0" name="Google Shape;270;g13b84ae4226_0_3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4" name="Shape 274"/>
        <p:cNvGrpSpPr/>
        <p:nvPr/>
      </p:nvGrpSpPr>
      <p:grpSpPr>
        <a:xfrm>
          <a:off x="0" y="0"/>
          <a:ext cx="0" cy="0"/>
          <a:chOff x="0" y="0"/>
          <a:chExt cx="0" cy="0"/>
        </a:xfrm>
      </p:grpSpPr>
      <p:sp>
        <p:nvSpPr>
          <p:cNvPr id="275" name="Google Shape;275;g13b84ae4226_0_3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6" name="Google Shape;276;g13b84ae4226_0_3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0" name="Shape 280"/>
        <p:cNvGrpSpPr/>
        <p:nvPr/>
      </p:nvGrpSpPr>
      <p:grpSpPr>
        <a:xfrm>
          <a:off x="0" y="0"/>
          <a:ext cx="0" cy="0"/>
          <a:chOff x="0" y="0"/>
          <a:chExt cx="0" cy="0"/>
        </a:xfrm>
      </p:grpSpPr>
      <p:sp>
        <p:nvSpPr>
          <p:cNvPr id="281" name="Google Shape;281;g13b84ae4226_0_3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2" name="Google Shape;282;g13b84ae4226_0_3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6" name="Shape 286"/>
        <p:cNvGrpSpPr/>
        <p:nvPr/>
      </p:nvGrpSpPr>
      <p:grpSpPr>
        <a:xfrm>
          <a:off x="0" y="0"/>
          <a:ext cx="0" cy="0"/>
          <a:chOff x="0" y="0"/>
          <a:chExt cx="0" cy="0"/>
        </a:xfrm>
      </p:grpSpPr>
      <p:sp>
        <p:nvSpPr>
          <p:cNvPr id="287" name="Google Shape;287;g13b84ae4226_0_3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8" name="Google Shape;288;g13b84ae4226_0_3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2" name="Shape 292"/>
        <p:cNvGrpSpPr/>
        <p:nvPr/>
      </p:nvGrpSpPr>
      <p:grpSpPr>
        <a:xfrm>
          <a:off x="0" y="0"/>
          <a:ext cx="0" cy="0"/>
          <a:chOff x="0" y="0"/>
          <a:chExt cx="0" cy="0"/>
        </a:xfrm>
      </p:grpSpPr>
      <p:sp>
        <p:nvSpPr>
          <p:cNvPr id="293" name="Google Shape;293;g13b84ae4226_0_3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4" name="Google Shape;294;g13b84ae4226_0_3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dk1"/>
        </a:solidFill>
      </p:bgPr>
    </p:bg>
    <p:spTree>
      <p:nvGrpSpPr>
        <p:cNvPr id="9" name="Shape 9"/>
        <p:cNvGrpSpPr/>
        <p:nvPr/>
      </p:nvGrpSpPr>
      <p:grpSpPr>
        <a:xfrm>
          <a:off x="0" y="0"/>
          <a:ext cx="0" cy="0"/>
          <a:chOff x="0" y="0"/>
          <a:chExt cx="0" cy="0"/>
        </a:xfrm>
      </p:grpSpPr>
      <p:sp>
        <p:nvSpPr>
          <p:cNvPr id="10" name="Google Shape;10;p2"/>
          <p:cNvSpPr/>
          <p:nvPr/>
        </p:nvSpPr>
        <p:spPr>
          <a:xfrm>
            <a:off x="0" y="0"/>
            <a:ext cx="9144000" cy="34290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 name="Google Shape;11;p2"/>
          <p:cNvSpPr txBox="1"/>
          <p:nvPr>
            <p:ph type="ctrTitle"/>
          </p:nvPr>
        </p:nvSpPr>
        <p:spPr>
          <a:xfrm>
            <a:off x="311700" y="392150"/>
            <a:ext cx="8520600" cy="26904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8000"/>
              <a:buNone/>
              <a:defRPr sz="8000"/>
            </a:lvl1pPr>
            <a:lvl2pPr lvl="1" algn="ctr">
              <a:spcBef>
                <a:spcPts val="0"/>
              </a:spcBef>
              <a:spcAft>
                <a:spcPts val="0"/>
              </a:spcAft>
              <a:buSzPts val="8000"/>
              <a:buNone/>
              <a:defRPr sz="8000"/>
            </a:lvl2pPr>
            <a:lvl3pPr lvl="2" algn="ctr">
              <a:spcBef>
                <a:spcPts val="0"/>
              </a:spcBef>
              <a:spcAft>
                <a:spcPts val="0"/>
              </a:spcAft>
              <a:buSzPts val="8000"/>
              <a:buNone/>
              <a:defRPr sz="8000"/>
            </a:lvl3pPr>
            <a:lvl4pPr lvl="3" algn="ctr">
              <a:spcBef>
                <a:spcPts val="0"/>
              </a:spcBef>
              <a:spcAft>
                <a:spcPts val="0"/>
              </a:spcAft>
              <a:buSzPts val="8000"/>
              <a:buNone/>
              <a:defRPr sz="8000"/>
            </a:lvl4pPr>
            <a:lvl5pPr lvl="4" algn="ctr">
              <a:spcBef>
                <a:spcPts val="0"/>
              </a:spcBef>
              <a:spcAft>
                <a:spcPts val="0"/>
              </a:spcAft>
              <a:buSzPts val="8000"/>
              <a:buNone/>
              <a:defRPr sz="8000"/>
            </a:lvl5pPr>
            <a:lvl6pPr lvl="5" algn="ctr">
              <a:spcBef>
                <a:spcPts val="0"/>
              </a:spcBef>
              <a:spcAft>
                <a:spcPts val="0"/>
              </a:spcAft>
              <a:buSzPts val="8000"/>
              <a:buNone/>
              <a:defRPr sz="8000"/>
            </a:lvl6pPr>
            <a:lvl7pPr lvl="6" algn="ctr">
              <a:spcBef>
                <a:spcPts val="0"/>
              </a:spcBef>
              <a:spcAft>
                <a:spcPts val="0"/>
              </a:spcAft>
              <a:buSzPts val="8000"/>
              <a:buNone/>
              <a:defRPr sz="8000"/>
            </a:lvl7pPr>
            <a:lvl8pPr lvl="7" algn="ctr">
              <a:spcBef>
                <a:spcPts val="0"/>
              </a:spcBef>
              <a:spcAft>
                <a:spcPts val="0"/>
              </a:spcAft>
              <a:buSzPts val="8000"/>
              <a:buNone/>
              <a:defRPr sz="8000"/>
            </a:lvl8pPr>
            <a:lvl9pPr lvl="8" algn="ctr">
              <a:spcBef>
                <a:spcPts val="0"/>
              </a:spcBef>
              <a:spcAft>
                <a:spcPts val="0"/>
              </a:spcAft>
              <a:buSzPts val="8000"/>
              <a:buNone/>
              <a:defRPr sz="8000"/>
            </a:lvl9pPr>
          </a:lstStyle>
          <a:p/>
        </p:txBody>
      </p:sp>
      <p:sp>
        <p:nvSpPr>
          <p:cNvPr id="12" name="Google Shape;12;p2"/>
          <p:cNvSpPr txBox="1"/>
          <p:nvPr>
            <p:ph idx="1" type="subTitle"/>
          </p:nvPr>
        </p:nvSpPr>
        <p:spPr>
          <a:xfrm>
            <a:off x="311700" y="3890400"/>
            <a:ext cx="8520600" cy="706200"/>
          </a:xfrm>
          <a:prstGeom prst="rect">
            <a:avLst/>
          </a:prstGeom>
        </p:spPr>
        <p:txBody>
          <a:bodyPr anchorCtr="0" anchor="ctr" bIns="91425" lIns="91425" spcFirstLastPara="1" rIns="91425" wrap="square" tIns="91425">
            <a:normAutofit/>
          </a:bodyPr>
          <a:lstStyle>
            <a:lvl1pPr lvl="0" algn="ctr">
              <a:lnSpc>
                <a:spcPct val="100000"/>
              </a:lnSpc>
              <a:spcBef>
                <a:spcPts val="0"/>
              </a:spcBef>
              <a:spcAft>
                <a:spcPts val="0"/>
              </a:spcAft>
              <a:buClr>
                <a:schemeClr val="accent1"/>
              </a:buClr>
              <a:buSzPts val="2100"/>
              <a:buNone/>
              <a:defRPr b="1" sz="2100">
                <a:solidFill>
                  <a:schemeClr val="accent1"/>
                </a:solidFill>
              </a:defRPr>
            </a:lvl1pPr>
            <a:lvl2pPr lvl="1" algn="ctr">
              <a:lnSpc>
                <a:spcPct val="100000"/>
              </a:lnSpc>
              <a:spcBef>
                <a:spcPts val="0"/>
              </a:spcBef>
              <a:spcAft>
                <a:spcPts val="0"/>
              </a:spcAft>
              <a:buClr>
                <a:schemeClr val="accent1"/>
              </a:buClr>
              <a:buSzPts val="2100"/>
              <a:buNone/>
              <a:defRPr b="1" sz="2100">
                <a:solidFill>
                  <a:schemeClr val="accent1"/>
                </a:solidFill>
              </a:defRPr>
            </a:lvl2pPr>
            <a:lvl3pPr lvl="2" algn="ctr">
              <a:lnSpc>
                <a:spcPct val="100000"/>
              </a:lnSpc>
              <a:spcBef>
                <a:spcPts val="0"/>
              </a:spcBef>
              <a:spcAft>
                <a:spcPts val="0"/>
              </a:spcAft>
              <a:buClr>
                <a:schemeClr val="accent1"/>
              </a:buClr>
              <a:buSzPts val="2100"/>
              <a:buNone/>
              <a:defRPr b="1" sz="2100">
                <a:solidFill>
                  <a:schemeClr val="accent1"/>
                </a:solidFill>
              </a:defRPr>
            </a:lvl3pPr>
            <a:lvl4pPr lvl="3" algn="ctr">
              <a:lnSpc>
                <a:spcPct val="100000"/>
              </a:lnSpc>
              <a:spcBef>
                <a:spcPts val="0"/>
              </a:spcBef>
              <a:spcAft>
                <a:spcPts val="0"/>
              </a:spcAft>
              <a:buClr>
                <a:schemeClr val="accent1"/>
              </a:buClr>
              <a:buSzPts val="2100"/>
              <a:buNone/>
              <a:defRPr b="1" sz="2100">
                <a:solidFill>
                  <a:schemeClr val="accent1"/>
                </a:solidFill>
              </a:defRPr>
            </a:lvl4pPr>
            <a:lvl5pPr lvl="4" algn="ctr">
              <a:lnSpc>
                <a:spcPct val="100000"/>
              </a:lnSpc>
              <a:spcBef>
                <a:spcPts val="0"/>
              </a:spcBef>
              <a:spcAft>
                <a:spcPts val="0"/>
              </a:spcAft>
              <a:buClr>
                <a:schemeClr val="accent1"/>
              </a:buClr>
              <a:buSzPts val="2100"/>
              <a:buNone/>
              <a:defRPr b="1" sz="2100">
                <a:solidFill>
                  <a:schemeClr val="accent1"/>
                </a:solidFill>
              </a:defRPr>
            </a:lvl5pPr>
            <a:lvl6pPr lvl="5" algn="ctr">
              <a:lnSpc>
                <a:spcPct val="100000"/>
              </a:lnSpc>
              <a:spcBef>
                <a:spcPts val="0"/>
              </a:spcBef>
              <a:spcAft>
                <a:spcPts val="0"/>
              </a:spcAft>
              <a:buClr>
                <a:schemeClr val="accent1"/>
              </a:buClr>
              <a:buSzPts val="2100"/>
              <a:buNone/>
              <a:defRPr b="1" sz="2100">
                <a:solidFill>
                  <a:schemeClr val="accent1"/>
                </a:solidFill>
              </a:defRPr>
            </a:lvl6pPr>
            <a:lvl7pPr lvl="6" algn="ctr">
              <a:lnSpc>
                <a:spcPct val="100000"/>
              </a:lnSpc>
              <a:spcBef>
                <a:spcPts val="0"/>
              </a:spcBef>
              <a:spcAft>
                <a:spcPts val="0"/>
              </a:spcAft>
              <a:buClr>
                <a:schemeClr val="accent1"/>
              </a:buClr>
              <a:buSzPts val="2100"/>
              <a:buNone/>
              <a:defRPr b="1" sz="2100">
                <a:solidFill>
                  <a:schemeClr val="accent1"/>
                </a:solidFill>
              </a:defRPr>
            </a:lvl7pPr>
            <a:lvl8pPr lvl="7" algn="ctr">
              <a:lnSpc>
                <a:spcPct val="100000"/>
              </a:lnSpc>
              <a:spcBef>
                <a:spcPts val="0"/>
              </a:spcBef>
              <a:spcAft>
                <a:spcPts val="0"/>
              </a:spcAft>
              <a:buClr>
                <a:schemeClr val="accent1"/>
              </a:buClr>
              <a:buSzPts val="2100"/>
              <a:buNone/>
              <a:defRPr b="1" sz="2100">
                <a:solidFill>
                  <a:schemeClr val="accent1"/>
                </a:solidFill>
              </a:defRPr>
            </a:lvl8pPr>
            <a:lvl9pPr lvl="8" algn="ctr">
              <a:lnSpc>
                <a:spcPct val="100000"/>
              </a:lnSpc>
              <a:spcBef>
                <a:spcPts val="0"/>
              </a:spcBef>
              <a:spcAft>
                <a:spcPts val="0"/>
              </a:spcAft>
              <a:buClr>
                <a:schemeClr val="accent1"/>
              </a:buClr>
              <a:buSzPts val="2100"/>
              <a:buNone/>
              <a:defRPr b="1" sz="2100">
                <a:solidFill>
                  <a:schemeClr val="accent1"/>
                </a:solidFill>
              </a:defRPr>
            </a:lvl9pPr>
          </a:lstStyle>
          <a:p/>
        </p:txBody>
      </p:sp>
      <p:sp>
        <p:nvSpPr>
          <p:cNvPr id="13" name="Google Shape;13;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14" name="Shape 14"/>
        <p:cNvGrpSpPr/>
        <p:nvPr/>
      </p:nvGrpSpPr>
      <p:grpSpPr>
        <a:xfrm>
          <a:off x="0" y="0"/>
          <a:ext cx="0" cy="0"/>
          <a:chOff x="0" y="0"/>
          <a:chExt cx="0" cy="0"/>
        </a:xfrm>
      </p:grpSpPr>
      <p:sp>
        <p:nvSpPr>
          <p:cNvPr id="15" name="Google Shape;15;p3"/>
          <p:cNvSpPr txBox="1"/>
          <p:nvPr>
            <p:ph type="title"/>
          </p:nvPr>
        </p:nvSpPr>
        <p:spPr>
          <a:xfrm>
            <a:off x="2802750" y="802500"/>
            <a:ext cx="3538500" cy="3538500"/>
          </a:xfrm>
          <a:prstGeom prst="rect">
            <a:avLst/>
          </a:prstGeom>
          <a:solidFill>
            <a:srgbClr val="FFFFFF"/>
          </a:solidFill>
        </p:spPr>
        <p:txBody>
          <a:bodyPr anchorCtr="0" anchor="ctr" bIns="91425" lIns="91425" spcFirstLastPara="1" rIns="91425" wrap="square" tIns="91425">
            <a:normAutofit/>
          </a:bodyPr>
          <a:lstStyle>
            <a:lvl1pPr lvl="0" algn="ctr">
              <a:spcBef>
                <a:spcPts val="0"/>
              </a:spcBef>
              <a:spcAft>
                <a:spcPts val="0"/>
              </a:spcAft>
              <a:buSzPts val="4800"/>
              <a:buNone/>
              <a:defRPr sz="4800"/>
            </a:lvl1pPr>
            <a:lvl2pPr lvl="1" algn="ctr">
              <a:spcBef>
                <a:spcPts val="0"/>
              </a:spcBef>
              <a:spcAft>
                <a:spcPts val="0"/>
              </a:spcAft>
              <a:buSzPts val="4800"/>
              <a:buNone/>
              <a:defRPr sz="4800"/>
            </a:lvl2pPr>
            <a:lvl3pPr lvl="2" algn="ctr">
              <a:spcBef>
                <a:spcPts val="0"/>
              </a:spcBef>
              <a:spcAft>
                <a:spcPts val="0"/>
              </a:spcAft>
              <a:buSzPts val="4800"/>
              <a:buNone/>
              <a:defRPr sz="4800"/>
            </a:lvl3pPr>
            <a:lvl4pPr lvl="3" algn="ctr">
              <a:spcBef>
                <a:spcPts val="0"/>
              </a:spcBef>
              <a:spcAft>
                <a:spcPts val="0"/>
              </a:spcAft>
              <a:buSzPts val="4800"/>
              <a:buNone/>
              <a:defRPr sz="4800"/>
            </a:lvl4pPr>
            <a:lvl5pPr lvl="4" algn="ctr">
              <a:spcBef>
                <a:spcPts val="0"/>
              </a:spcBef>
              <a:spcAft>
                <a:spcPts val="0"/>
              </a:spcAft>
              <a:buSzPts val="4800"/>
              <a:buNone/>
              <a:defRPr sz="4800"/>
            </a:lvl5pPr>
            <a:lvl6pPr lvl="5" algn="ctr">
              <a:spcBef>
                <a:spcPts val="0"/>
              </a:spcBef>
              <a:spcAft>
                <a:spcPts val="0"/>
              </a:spcAft>
              <a:buSzPts val="4800"/>
              <a:buNone/>
              <a:defRPr sz="4800"/>
            </a:lvl6pPr>
            <a:lvl7pPr lvl="6" algn="ctr">
              <a:spcBef>
                <a:spcPts val="0"/>
              </a:spcBef>
              <a:spcAft>
                <a:spcPts val="0"/>
              </a:spcAft>
              <a:buSzPts val="4800"/>
              <a:buNone/>
              <a:defRPr sz="4800"/>
            </a:lvl7pPr>
            <a:lvl8pPr lvl="7" algn="ctr">
              <a:spcBef>
                <a:spcPts val="0"/>
              </a:spcBef>
              <a:spcAft>
                <a:spcPts val="0"/>
              </a:spcAft>
              <a:buSzPts val="4800"/>
              <a:buNone/>
              <a:defRPr sz="4800"/>
            </a:lvl8pPr>
            <a:lvl9pPr lvl="8" algn="ctr">
              <a:spcBef>
                <a:spcPts val="0"/>
              </a:spcBef>
              <a:spcAft>
                <a:spcPts val="0"/>
              </a:spcAft>
              <a:buSzPts val="4800"/>
              <a:buNone/>
              <a:defRPr sz="4800"/>
            </a:lvl9pPr>
          </a:lstStyle>
          <a:p/>
        </p:txBody>
      </p:sp>
      <p:sp>
        <p:nvSpPr>
          <p:cNvPr id="16" name="Google Shape;16;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7" name="Shape 17"/>
        <p:cNvGrpSpPr/>
        <p:nvPr/>
      </p:nvGrpSpPr>
      <p:grpSpPr>
        <a:xfrm>
          <a:off x="0" y="0"/>
          <a:ext cx="0" cy="0"/>
          <a:chOff x="0" y="0"/>
          <a:chExt cx="0" cy="0"/>
        </a:xfrm>
      </p:grpSpPr>
      <p:sp>
        <p:nvSpPr>
          <p:cNvPr id="18" name="Google Shape;18;p4"/>
          <p:cNvSpPr txBox="1"/>
          <p:nvPr>
            <p:ph type="title"/>
          </p:nvPr>
        </p:nvSpPr>
        <p:spPr>
          <a:xfrm>
            <a:off x="311700" y="292850"/>
            <a:ext cx="8520600" cy="801000"/>
          </a:xfrm>
          <a:prstGeom prst="rect">
            <a:avLst/>
          </a:prstGeom>
        </p:spPr>
        <p:txBody>
          <a:bodyPr anchorCtr="0" anchor="t" bIns="91425" lIns="91425" spcFirstLastPara="1" rIns="91425" wrap="square" tIns="91425">
            <a:normAutofit/>
          </a:bodyPr>
          <a:lstStyle>
            <a:lvl1pPr lvl="0">
              <a:spcBef>
                <a:spcPts val="0"/>
              </a:spcBef>
              <a:spcAft>
                <a:spcPts val="0"/>
              </a:spcAft>
              <a:buSzPts val="4200"/>
              <a:buNone/>
              <a:defRPr/>
            </a:lvl1pPr>
            <a:lvl2pPr lvl="1">
              <a:spcBef>
                <a:spcPts val="0"/>
              </a:spcBef>
              <a:spcAft>
                <a:spcPts val="0"/>
              </a:spcAft>
              <a:buSzPts val="4200"/>
              <a:buNone/>
              <a:defRPr/>
            </a:lvl2pPr>
            <a:lvl3pPr lvl="2">
              <a:spcBef>
                <a:spcPts val="0"/>
              </a:spcBef>
              <a:spcAft>
                <a:spcPts val="0"/>
              </a:spcAft>
              <a:buSzPts val="4200"/>
              <a:buNone/>
              <a:defRPr/>
            </a:lvl3pPr>
            <a:lvl4pPr lvl="3">
              <a:spcBef>
                <a:spcPts val="0"/>
              </a:spcBef>
              <a:spcAft>
                <a:spcPts val="0"/>
              </a:spcAft>
              <a:buSzPts val="4200"/>
              <a:buNone/>
              <a:defRPr/>
            </a:lvl4pPr>
            <a:lvl5pPr lvl="4">
              <a:spcBef>
                <a:spcPts val="0"/>
              </a:spcBef>
              <a:spcAft>
                <a:spcPts val="0"/>
              </a:spcAft>
              <a:buSzPts val="4200"/>
              <a:buNone/>
              <a:defRPr/>
            </a:lvl5pPr>
            <a:lvl6pPr lvl="5">
              <a:spcBef>
                <a:spcPts val="0"/>
              </a:spcBef>
              <a:spcAft>
                <a:spcPts val="0"/>
              </a:spcAft>
              <a:buSzPts val="4200"/>
              <a:buNone/>
              <a:defRPr/>
            </a:lvl6pPr>
            <a:lvl7pPr lvl="6">
              <a:spcBef>
                <a:spcPts val="0"/>
              </a:spcBef>
              <a:spcAft>
                <a:spcPts val="0"/>
              </a:spcAft>
              <a:buSzPts val="4200"/>
              <a:buNone/>
              <a:defRPr/>
            </a:lvl7pPr>
            <a:lvl8pPr lvl="7">
              <a:spcBef>
                <a:spcPts val="0"/>
              </a:spcBef>
              <a:spcAft>
                <a:spcPts val="0"/>
              </a:spcAft>
              <a:buSzPts val="4200"/>
              <a:buNone/>
              <a:defRPr/>
            </a:lvl8pPr>
            <a:lvl9pPr lvl="8">
              <a:spcBef>
                <a:spcPts val="0"/>
              </a:spcBef>
              <a:spcAft>
                <a:spcPts val="0"/>
              </a:spcAft>
              <a:buSzPts val="4200"/>
              <a:buNone/>
              <a:defRPr/>
            </a:lvl9pPr>
          </a:lstStyle>
          <a:p/>
        </p:txBody>
      </p:sp>
      <p:sp>
        <p:nvSpPr>
          <p:cNvPr id="19" name="Google Shape;19;p4"/>
          <p:cNvSpPr txBox="1"/>
          <p:nvPr>
            <p:ph idx="1" type="body"/>
          </p:nvPr>
        </p:nvSpPr>
        <p:spPr>
          <a:xfrm>
            <a:off x="311700" y="1228675"/>
            <a:ext cx="8520600" cy="33402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0" name="Google Shape;20;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1" name="Shape 21"/>
        <p:cNvGrpSpPr/>
        <p:nvPr/>
      </p:nvGrpSpPr>
      <p:grpSpPr>
        <a:xfrm>
          <a:off x="0" y="0"/>
          <a:ext cx="0" cy="0"/>
          <a:chOff x="0" y="0"/>
          <a:chExt cx="0" cy="0"/>
        </a:xfrm>
      </p:grpSpPr>
      <p:sp>
        <p:nvSpPr>
          <p:cNvPr id="22" name="Google Shape;22;p5"/>
          <p:cNvSpPr txBox="1"/>
          <p:nvPr>
            <p:ph type="title"/>
          </p:nvPr>
        </p:nvSpPr>
        <p:spPr>
          <a:xfrm>
            <a:off x="311700" y="292850"/>
            <a:ext cx="8520600" cy="801000"/>
          </a:xfrm>
          <a:prstGeom prst="rect">
            <a:avLst/>
          </a:prstGeom>
        </p:spPr>
        <p:txBody>
          <a:bodyPr anchorCtr="0" anchor="t" bIns="91425" lIns="91425" spcFirstLastPara="1" rIns="91425" wrap="square" tIns="91425">
            <a:normAutofit/>
          </a:bodyPr>
          <a:lstStyle>
            <a:lvl1pPr lvl="0">
              <a:spcBef>
                <a:spcPts val="0"/>
              </a:spcBef>
              <a:spcAft>
                <a:spcPts val="0"/>
              </a:spcAft>
              <a:buSzPts val="4200"/>
              <a:buNone/>
              <a:defRPr/>
            </a:lvl1pPr>
            <a:lvl2pPr lvl="1">
              <a:spcBef>
                <a:spcPts val="0"/>
              </a:spcBef>
              <a:spcAft>
                <a:spcPts val="0"/>
              </a:spcAft>
              <a:buSzPts val="4200"/>
              <a:buNone/>
              <a:defRPr/>
            </a:lvl2pPr>
            <a:lvl3pPr lvl="2">
              <a:spcBef>
                <a:spcPts val="0"/>
              </a:spcBef>
              <a:spcAft>
                <a:spcPts val="0"/>
              </a:spcAft>
              <a:buSzPts val="4200"/>
              <a:buNone/>
              <a:defRPr/>
            </a:lvl3pPr>
            <a:lvl4pPr lvl="3">
              <a:spcBef>
                <a:spcPts val="0"/>
              </a:spcBef>
              <a:spcAft>
                <a:spcPts val="0"/>
              </a:spcAft>
              <a:buSzPts val="4200"/>
              <a:buNone/>
              <a:defRPr/>
            </a:lvl4pPr>
            <a:lvl5pPr lvl="4">
              <a:spcBef>
                <a:spcPts val="0"/>
              </a:spcBef>
              <a:spcAft>
                <a:spcPts val="0"/>
              </a:spcAft>
              <a:buSzPts val="4200"/>
              <a:buNone/>
              <a:defRPr/>
            </a:lvl5pPr>
            <a:lvl6pPr lvl="5">
              <a:spcBef>
                <a:spcPts val="0"/>
              </a:spcBef>
              <a:spcAft>
                <a:spcPts val="0"/>
              </a:spcAft>
              <a:buSzPts val="4200"/>
              <a:buNone/>
              <a:defRPr/>
            </a:lvl6pPr>
            <a:lvl7pPr lvl="6">
              <a:spcBef>
                <a:spcPts val="0"/>
              </a:spcBef>
              <a:spcAft>
                <a:spcPts val="0"/>
              </a:spcAft>
              <a:buSzPts val="4200"/>
              <a:buNone/>
              <a:defRPr/>
            </a:lvl7pPr>
            <a:lvl8pPr lvl="7">
              <a:spcBef>
                <a:spcPts val="0"/>
              </a:spcBef>
              <a:spcAft>
                <a:spcPts val="0"/>
              </a:spcAft>
              <a:buSzPts val="4200"/>
              <a:buNone/>
              <a:defRPr/>
            </a:lvl8pPr>
            <a:lvl9pPr lvl="8">
              <a:spcBef>
                <a:spcPts val="0"/>
              </a:spcBef>
              <a:spcAft>
                <a:spcPts val="0"/>
              </a:spcAft>
              <a:buSzPts val="4200"/>
              <a:buNone/>
              <a:defRPr/>
            </a:lvl9pPr>
          </a:lstStyle>
          <a:p/>
        </p:txBody>
      </p:sp>
      <p:sp>
        <p:nvSpPr>
          <p:cNvPr id="23" name="Google Shape;23;p5"/>
          <p:cNvSpPr txBox="1"/>
          <p:nvPr>
            <p:ph idx="1" type="body"/>
          </p:nvPr>
        </p:nvSpPr>
        <p:spPr>
          <a:xfrm>
            <a:off x="311700" y="1228675"/>
            <a:ext cx="3999900" cy="33402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2" type="body"/>
          </p:nvPr>
        </p:nvSpPr>
        <p:spPr>
          <a:xfrm>
            <a:off x="4832400" y="1228675"/>
            <a:ext cx="3999900" cy="33402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5" name="Google Shape;25;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6" name="Shape 26"/>
        <p:cNvGrpSpPr/>
        <p:nvPr/>
      </p:nvGrpSpPr>
      <p:grpSpPr>
        <a:xfrm>
          <a:off x="0" y="0"/>
          <a:ext cx="0" cy="0"/>
          <a:chOff x="0" y="0"/>
          <a:chExt cx="0" cy="0"/>
        </a:xfrm>
      </p:grpSpPr>
      <p:sp>
        <p:nvSpPr>
          <p:cNvPr id="27" name="Google Shape;27;p6"/>
          <p:cNvSpPr txBox="1"/>
          <p:nvPr>
            <p:ph type="title"/>
          </p:nvPr>
        </p:nvSpPr>
        <p:spPr>
          <a:xfrm>
            <a:off x="304800" y="309350"/>
            <a:ext cx="8537700" cy="748200"/>
          </a:xfrm>
          <a:prstGeom prst="rect">
            <a:avLst/>
          </a:prstGeom>
        </p:spPr>
        <p:txBody>
          <a:bodyPr anchorCtr="0" anchor="t" bIns="91425" lIns="91425" spcFirstLastPara="1" rIns="91425" wrap="square" tIns="91425">
            <a:normAutofit/>
          </a:bodyPr>
          <a:lstStyle>
            <a:lvl1pPr lvl="0">
              <a:spcBef>
                <a:spcPts val="0"/>
              </a:spcBef>
              <a:spcAft>
                <a:spcPts val="0"/>
              </a:spcAft>
              <a:buSzPts val="4000"/>
              <a:buNone/>
              <a:defRPr sz="4000"/>
            </a:lvl1pPr>
            <a:lvl2pPr lvl="1">
              <a:spcBef>
                <a:spcPts val="0"/>
              </a:spcBef>
              <a:spcAft>
                <a:spcPts val="0"/>
              </a:spcAft>
              <a:buSzPts val="4000"/>
              <a:buNone/>
              <a:defRPr sz="4000"/>
            </a:lvl2pPr>
            <a:lvl3pPr lvl="2">
              <a:spcBef>
                <a:spcPts val="0"/>
              </a:spcBef>
              <a:spcAft>
                <a:spcPts val="0"/>
              </a:spcAft>
              <a:buSzPts val="4000"/>
              <a:buNone/>
              <a:defRPr sz="4000"/>
            </a:lvl3pPr>
            <a:lvl4pPr lvl="3">
              <a:spcBef>
                <a:spcPts val="0"/>
              </a:spcBef>
              <a:spcAft>
                <a:spcPts val="0"/>
              </a:spcAft>
              <a:buSzPts val="4000"/>
              <a:buNone/>
              <a:defRPr sz="4000"/>
            </a:lvl4pPr>
            <a:lvl5pPr lvl="4">
              <a:spcBef>
                <a:spcPts val="0"/>
              </a:spcBef>
              <a:spcAft>
                <a:spcPts val="0"/>
              </a:spcAft>
              <a:buSzPts val="4000"/>
              <a:buNone/>
              <a:defRPr sz="4000"/>
            </a:lvl5pPr>
            <a:lvl6pPr lvl="5">
              <a:spcBef>
                <a:spcPts val="0"/>
              </a:spcBef>
              <a:spcAft>
                <a:spcPts val="0"/>
              </a:spcAft>
              <a:buSzPts val="4000"/>
              <a:buNone/>
              <a:defRPr sz="4000"/>
            </a:lvl6pPr>
            <a:lvl7pPr lvl="6">
              <a:spcBef>
                <a:spcPts val="0"/>
              </a:spcBef>
              <a:spcAft>
                <a:spcPts val="0"/>
              </a:spcAft>
              <a:buSzPts val="4000"/>
              <a:buNone/>
              <a:defRPr sz="4000"/>
            </a:lvl7pPr>
            <a:lvl8pPr lvl="7">
              <a:spcBef>
                <a:spcPts val="0"/>
              </a:spcBef>
              <a:spcAft>
                <a:spcPts val="0"/>
              </a:spcAft>
              <a:buSzPts val="4000"/>
              <a:buNone/>
              <a:defRPr sz="4000"/>
            </a:lvl8pPr>
            <a:lvl9pPr lvl="8">
              <a:spcBef>
                <a:spcPts val="0"/>
              </a:spcBef>
              <a:spcAft>
                <a:spcPts val="0"/>
              </a:spcAft>
              <a:buSzPts val="4000"/>
              <a:buNone/>
              <a:defRPr sz="4000"/>
            </a:lvl9pPr>
          </a:lstStyle>
          <a:p/>
        </p:txBody>
      </p:sp>
      <p:sp>
        <p:nvSpPr>
          <p:cNvPr id="28" name="Google Shape;28;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9" name="Shape 29"/>
        <p:cNvGrpSpPr/>
        <p:nvPr/>
      </p:nvGrpSpPr>
      <p:grpSpPr>
        <a:xfrm>
          <a:off x="0" y="0"/>
          <a:ext cx="0" cy="0"/>
          <a:chOff x="0" y="0"/>
          <a:chExt cx="0" cy="0"/>
        </a:xfrm>
      </p:grpSpPr>
      <p:sp>
        <p:nvSpPr>
          <p:cNvPr id="30" name="Google Shape;30;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3000"/>
              <a:buNone/>
              <a:defRPr sz="3000">
                <a:highlight>
                  <a:schemeClr val="dk1"/>
                </a:highlight>
              </a:defRPr>
            </a:lvl1pPr>
            <a:lvl2pPr lvl="1">
              <a:spcBef>
                <a:spcPts val="0"/>
              </a:spcBef>
              <a:spcAft>
                <a:spcPts val="0"/>
              </a:spcAft>
              <a:buSzPts val="3000"/>
              <a:buNone/>
              <a:defRPr sz="3000">
                <a:highlight>
                  <a:schemeClr val="dk1"/>
                </a:highlight>
              </a:defRPr>
            </a:lvl2pPr>
            <a:lvl3pPr lvl="2">
              <a:spcBef>
                <a:spcPts val="0"/>
              </a:spcBef>
              <a:spcAft>
                <a:spcPts val="0"/>
              </a:spcAft>
              <a:buSzPts val="3000"/>
              <a:buNone/>
              <a:defRPr sz="3000">
                <a:highlight>
                  <a:schemeClr val="dk1"/>
                </a:highlight>
              </a:defRPr>
            </a:lvl3pPr>
            <a:lvl4pPr lvl="3">
              <a:spcBef>
                <a:spcPts val="0"/>
              </a:spcBef>
              <a:spcAft>
                <a:spcPts val="0"/>
              </a:spcAft>
              <a:buSzPts val="3000"/>
              <a:buNone/>
              <a:defRPr sz="3000">
                <a:highlight>
                  <a:schemeClr val="dk1"/>
                </a:highlight>
              </a:defRPr>
            </a:lvl4pPr>
            <a:lvl5pPr lvl="4">
              <a:spcBef>
                <a:spcPts val="0"/>
              </a:spcBef>
              <a:spcAft>
                <a:spcPts val="0"/>
              </a:spcAft>
              <a:buSzPts val="3000"/>
              <a:buNone/>
              <a:defRPr sz="3000">
                <a:highlight>
                  <a:schemeClr val="dk1"/>
                </a:highlight>
              </a:defRPr>
            </a:lvl5pPr>
            <a:lvl6pPr lvl="5">
              <a:spcBef>
                <a:spcPts val="0"/>
              </a:spcBef>
              <a:spcAft>
                <a:spcPts val="0"/>
              </a:spcAft>
              <a:buSzPts val="3000"/>
              <a:buNone/>
              <a:defRPr sz="3000">
                <a:highlight>
                  <a:schemeClr val="dk1"/>
                </a:highlight>
              </a:defRPr>
            </a:lvl6pPr>
            <a:lvl7pPr lvl="6">
              <a:spcBef>
                <a:spcPts val="0"/>
              </a:spcBef>
              <a:spcAft>
                <a:spcPts val="0"/>
              </a:spcAft>
              <a:buSzPts val="3000"/>
              <a:buNone/>
              <a:defRPr sz="3000">
                <a:highlight>
                  <a:schemeClr val="dk1"/>
                </a:highlight>
              </a:defRPr>
            </a:lvl7pPr>
            <a:lvl8pPr lvl="7">
              <a:spcBef>
                <a:spcPts val="0"/>
              </a:spcBef>
              <a:spcAft>
                <a:spcPts val="0"/>
              </a:spcAft>
              <a:buSzPts val="3000"/>
              <a:buNone/>
              <a:defRPr sz="3000">
                <a:highlight>
                  <a:schemeClr val="dk1"/>
                </a:highlight>
              </a:defRPr>
            </a:lvl8pPr>
            <a:lvl9pPr lvl="8">
              <a:spcBef>
                <a:spcPts val="0"/>
              </a:spcBef>
              <a:spcAft>
                <a:spcPts val="0"/>
              </a:spcAft>
              <a:buSzPts val="3000"/>
              <a:buNone/>
              <a:defRPr sz="3000">
                <a:highlight>
                  <a:schemeClr val="dk1"/>
                </a:highlight>
              </a:defRPr>
            </a:lvl9pPr>
          </a:lstStyle>
          <a:p/>
        </p:txBody>
      </p:sp>
      <p:sp>
        <p:nvSpPr>
          <p:cNvPr id="31" name="Google Shape;31;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2" name="Google Shape;32;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4"/>
        </a:solidFill>
      </p:bgPr>
    </p:bg>
    <p:spTree>
      <p:nvGrpSpPr>
        <p:cNvPr id="33" name="Shape 33"/>
        <p:cNvGrpSpPr/>
        <p:nvPr/>
      </p:nvGrpSpPr>
      <p:grpSpPr>
        <a:xfrm>
          <a:off x="0" y="0"/>
          <a:ext cx="0" cy="0"/>
          <a:chOff x="0" y="0"/>
          <a:chExt cx="0" cy="0"/>
        </a:xfrm>
      </p:grpSpPr>
      <p:sp>
        <p:nvSpPr>
          <p:cNvPr id="34" name="Google Shape;34;p8"/>
          <p:cNvSpPr txBox="1"/>
          <p:nvPr>
            <p:ph type="title"/>
          </p:nvPr>
        </p:nvSpPr>
        <p:spPr>
          <a:xfrm>
            <a:off x="490250" y="526350"/>
            <a:ext cx="5618700" cy="40908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6000"/>
              <a:buNone/>
              <a:defRPr sz="6000">
                <a:solidFill>
                  <a:schemeClr val="lt1"/>
                </a:solidFill>
              </a:defRPr>
            </a:lvl1pPr>
            <a:lvl2pPr lvl="1">
              <a:spcBef>
                <a:spcPts val="0"/>
              </a:spcBef>
              <a:spcAft>
                <a:spcPts val="0"/>
              </a:spcAft>
              <a:buClr>
                <a:schemeClr val="lt1"/>
              </a:buClr>
              <a:buSzPts val="6000"/>
              <a:buNone/>
              <a:defRPr sz="6000">
                <a:solidFill>
                  <a:schemeClr val="lt1"/>
                </a:solidFill>
              </a:defRPr>
            </a:lvl2pPr>
            <a:lvl3pPr lvl="2">
              <a:spcBef>
                <a:spcPts val="0"/>
              </a:spcBef>
              <a:spcAft>
                <a:spcPts val="0"/>
              </a:spcAft>
              <a:buClr>
                <a:schemeClr val="lt1"/>
              </a:buClr>
              <a:buSzPts val="6000"/>
              <a:buNone/>
              <a:defRPr sz="6000">
                <a:solidFill>
                  <a:schemeClr val="lt1"/>
                </a:solidFill>
              </a:defRPr>
            </a:lvl3pPr>
            <a:lvl4pPr lvl="3">
              <a:spcBef>
                <a:spcPts val="0"/>
              </a:spcBef>
              <a:spcAft>
                <a:spcPts val="0"/>
              </a:spcAft>
              <a:buClr>
                <a:schemeClr val="lt1"/>
              </a:buClr>
              <a:buSzPts val="6000"/>
              <a:buNone/>
              <a:defRPr sz="6000">
                <a:solidFill>
                  <a:schemeClr val="lt1"/>
                </a:solidFill>
              </a:defRPr>
            </a:lvl4pPr>
            <a:lvl5pPr lvl="4">
              <a:spcBef>
                <a:spcPts val="0"/>
              </a:spcBef>
              <a:spcAft>
                <a:spcPts val="0"/>
              </a:spcAft>
              <a:buClr>
                <a:schemeClr val="lt1"/>
              </a:buClr>
              <a:buSzPts val="6000"/>
              <a:buNone/>
              <a:defRPr sz="6000">
                <a:solidFill>
                  <a:schemeClr val="lt1"/>
                </a:solidFill>
              </a:defRPr>
            </a:lvl5pPr>
            <a:lvl6pPr lvl="5">
              <a:spcBef>
                <a:spcPts val="0"/>
              </a:spcBef>
              <a:spcAft>
                <a:spcPts val="0"/>
              </a:spcAft>
              <a:buClr>
                <a:schemeClr val="lt1"/>
              </a:buClr>
              <a:buSzPts val="6000"/>
              <a:buNone/>
              <a:defRPr sz="6000">
                <a:solidFill>
                  <a:schemeClr val="lt1"/>
                </a:solidFill>
              </a:defRPr>
            </a:lvl6pPr>
            <a:lvl7pPr lvl="6">
              <a:spcBef>
                <a:spcPts val="0"/>
              </a:spcBef>
              <a:spcAft>
                <a:spcPts val="0"/>
              </a:spcAft>
              <a:buClr>
                <a:schemeClr val="lt1"/>
              </a:buClr>
              <a:buSzPts val="6000"/>
              <a:buNone/>
              <a:defRPr sz="6000">
                <a:solidFill>
                  <a:schemeClr val="lt1"/>
                </a:solidFill>
              </a:defRPr>
            </a:lvl7pPr>
            <a:lvl8pPr lvl="7">
              <a:spcBef>
                <a:spcPts val="0"/>
              </a:spcBef>
              <a:spcAft>
                <a:spcPts val="0"/>
              </a:spcAft>
              <a:buClr>
                <a:schemeClr val="lt1"/>
              </a:buClr>
              <a:buSzPts val="6000"/>
              <a:buNone/>
              <a:defRPr sz="6000">
                <a:solidFill>
                  <a:schemeClr val="lt1"/>
                </a:solidFill>
              </a:defRPr>
            </a:lvl8pPr>
            <a:lvl9pPr lvl="8">
              <a:spcBef>
                <a:spcPts val="0"/>
              </a:spcBef>
              <a:spcAft>
                <a:spcPts val="0"/>
              </a:spcAft>
              <a:buClr>
                <a:schemeClr val="lt1"/>
              </a:buClr>
              <a:buSzPts val="6000"/>
              <a:buNone/>
              <a:defRPr sz="6000">
                <a:solidFill>
                  <a:schemeClr val="lt1"/>
                </a:solidFill>
              </a:defRPr>
            </a:lvl9pPr>
          </a:lstStyle>
          <a:p/>
        </p:txBody>
      </p:sp>
      <p:sp>
        <p:nvSpPr>
          <p:cNvPr id="35" name="Google Shape;35;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6" name="Shape 36"/>
        <p:cNvGrpSpPr/>
        <p:nvPr/>
      </p:nvGrpSpPr>
      <p:grpSpPr>
        <a:xfrm>
          <a:off x="0" y="0"/>
          <a:ext cx="0" cy="0"/>
          <a:chOff x="0" y="0"/>
          <a:chExt cx="0" cy="0"/>
        </a:xfrm>
      </p:grpSpPr>
      <p:sp>
        <p:nvSpPr>
          <p:cNvPr id="37" name="Google Shape;37;p9"/>
          <p:cNvSpPr/>
          <p:nvPr/>
        </p:nvSpPr>
        <p:spPr>
          <a:xfrm>
            <a:off x="4572000" y="-25"/>
            <a:ext cx="457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38" name="Google Shape;38;p9"/>
          <p:cNvCxnSpPr/>
          <p:nvPr/>
        </p:nvCxnSpPr>
        <p:spPr>
          <a:xfrm>
            <a:off x="5029675" y="4495500"/>
            <a:ext cx="468300" cy="0"/>
          </a:xfrm>
          <a:prstGeom prst="straightConnector1">
            <a:avLst/>
          </a:prstGeom>
          <a:noFill/>
          <a:ln cap="flat" cmpd="sng" w="28575">
            <a:solidFill>
              <a:schemeClr val="lt1"/>
            </a:solidFill>
            <a:prstDash val="solid"/>
            <a:round/>
            <a:headEnd len="sm" w="sm" type="none"/>
            <a:tailEnd len="sm" w="sm" type="none"/>
          </a:ln>
        </p:spPr>
      </p:cxnSp>
      <p:sp>
        <p:nvSpPr>
          <p:cNvPr id="39" name="Google Shape;39;p9"/>
          <p:cNvSpPr txBox="1"/>
          <p:nvPr>
            <p:ph type="title"/>
          </p:nvPr>
        </p:nvSpPr>
        <p:spPr>
          <a:xfrm>
            <a:off x="265500" y="1081400"/>
            <a:ext cx="4045200" cy="1710300"/>
          </a:xfrm>
          <a:prstGeom prst="rect">
            <a:avLst/>
          </a:prstGeom>
        </p:spPr>
        <p:txBody>
          <a:bodyPr anchorCtr="0" anchor="b" bIns="91425" lIns="91425" spcFirstLastPara="1" rIns="91425" wrap="square" tIns="91425">
            <a:normAutofit/>
          </a:bodyPr>
          <a:lstStyle>
            <a:lvl1pPr lvl="0" algn="ctr">
              <a:spcBef>
                <a:spcPts val="0"/>
              </a:spcBef>
              <a:spcAft>
                <a:spcPts val="0"/>
              </a:spcAft>
              <a:buSzPts val="5400"/>
              <a:buNone/>
              <a:defRPr sz="5400"/>
            </a:lvl1pPr>
            <a:lvl2pPr lvl="1" algn="ctr">
              <a:spcBef>
                <a:spcPts val="0"/>
              </a:spcBef>
              <a:spcAft>
                <a:spcPts val="0"/>
              </a:spcAft>
              <a:buSzPts val="5400"/>
              <a:buNone/>
              <a:defRPr sz="5400"/>
            </a:lvl2pPr>
            <a:lvl3pPr lvl="2" algn="ctr">
              <a:spcBef>
                <a:spcPts val="0"/>
              </a:spcBef>
              <a:spcAft>
                <a:spcPts val="0"/>
              </a:spcAft>
              <a:buSzPts val="5400"/>
              <a:buNone/>
              <a:defRPr sz="5400"/>
            </a:lvl3pPr>
            <a:lvl4pPr lvl="3" algn="ctr">
              <a:spcBef>
                <a:spcPts val="0"/>
              </a:spcBef>
              <a:spcAft>
                <a:spcPts val="0"/>
              </a:spcAft>
              <a:buSzPts val="5400"/>
              <a:buNone/>
              <a:defRPr sz="5400"/>
            </a:lvl4pPr>
            <a:lvl5pPr lvl="4" algn="ctr">
              <a:spcBef>
                <a:spcPts val="0"/>
              </a:spcBef>
              <a:spcAft>
                <a:spcPts val="0"/>
              </a:spcAft>
              <a:buSzPts val="5400"/>
              <a:buNone/>
              <a:defRPr sz="5400"/>
            </a:lvl5pPr>
            <a:lvl6pPr lvl="5" algn="ctr">
              <a:spcBef>
                <a:spcPts val="0"/>
              </a:spcBef>
              <a:spcAft>
                <a:spcPts val="0"/>
              </a:spcAft>
              <a:buSzPts val="5400"/>
              <a:buNone/>
              <a:defRPr sz="5400"/>
            </a:lvl6pPr>
            <a:lvl7pPr lvl="6" algn="ctr">
              <a:spcBef>
                <a:spcPts val="0"/>
              </a:spcBef>
              <a:spcAft>
                <a:spcPts val="0"/>
              </a:spcAft>
              <a:buSzPts val="5400"/>
              <a:buNone/>
              <a:defRPr sz="5400"/>
            </a:lvl7pPr>
            <a:lvl8pPr lvl="7" algn="ctr">
              <a:spcBef>
                <a:spcPts val="0"/>
              </a:spcBef>
              <a:spcAft>
                <a:spcPts val="0"/>
              </a:spcAft>
              <a:buSzPts val="5400"/>
              <a:buNone/>
              <a:defRPr sz="5400"/>
            </a:lvl8pPr>
            <a:lvl9pPr lvl="8" algn="ctr">
              <a:spcBef>
                <a:spcPts val="0"/>
              </a:spcBef>
              <a:spcAft>
                <a:spcPts val="0"/>
              </a:spcAft>
              <a:buSzPts val="5400"/>
              <a:buNone/>
              <a:defRPr sz="5400"/>
            </a:lvl9pPr>
          </a:lstStyle>
          <a:p/>
        </p:txBody>
      </p:sp>
      <p:sp>
        <p:nvSpPr>
          <p:cNvPr id="40" name="Google Shape;40;p9"/>
          <p:cNvSpPr txBox="1"/>
          <p:nvPr>
            <p:ph idx="1" type="subTitle"/>
          </p:nvPr>
        </p:nvSpPr>
        <p:spPr>
          <a:xfrm>
            <a:off x="265500" y="2845223"/>
            <a:ext cx="4045200" cy="13455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1800"/>
              <a:buNone/>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p:txBody>
      </p:sp>
      <p:sp>
        <p:nvSpPr>
          <p:cNvPr id="41" name="Google Shape;41;p9"/>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Clr>
                <a:schemeClr val="accent1"/>
              </a:buClr>
              <a:buSzPts val="1800"/>
              <a:buChar char="●"/>
              <a:defRPr>
                <a:solidFill>
                  <a:schemeClr val="accent1"/>
                </a:solidFill>
                <a:highlight>
                  <a:schemeClr val="lt1"/>
                </a:highlight>
              </a:defRPr>
            </a:lvl1pPr>
            <a:lvl2pPr indent="-317500" lvl="1" marL="914400">
              <a:spcBef>
                <a:spcPts val="0"/>
              </a:spcBef>
              <a:spcAft>
                <a:spcPts val="0"/>
              </a:spcAft>
              <a:buClr>
                <a:schemeClr val="accent1"/>
              </a:buClr>
              <a:buSzPts val="1400"/>
              <a:buChar char="○"/>
              <a:defRPr>
                <a:solidFill>
                  <a:schemeClr val="accent1"/>
                </a:solidFill>
                <a:highlight>
                  <a:schemeClr val="lt1"/>
                </a:highlight>
              </a:defRPr>
            </a:lvl2pPr>
            <a:lvl3pPr indent="-317500" lvl="2" marL="1371600">
              <a:spcBef>
                <a:spcPts val="0"/>
              </a:spcBef>
              <a:spcAft>
                <a:spcPts val="0"/>
              </a:spcAft>
              <a:buClr>
                <a:schemeClr val="accent1"/>
              </a:buClr>
              <a:buSzPts val="1400"/>
              <a:buChar char="■"/>
              <a:defRPr>
                <a:solidFill>
                  <a:schemeClr val="accent1"/>
                </a:solidFill>
                <a:highlight>
                  <a:schemeClr val="lt1"/>
                </a:highlight>
              </a:defRPr>
            </a:lvl3pPr>
            <a:lvl4pPr indent="-317500" lvl="3" marL="1828800">
              <a:spcBef>
                <a:spcPts val="0"/>
              </a:spcBef>
              <a:spcAft>
                <a:spcPts val="0"/>
              </a:spcAft>
              <a:buClr>
                <a:schemeClr val="accent1"/>
              </a:buClr>
              <a:buSzPts val="1400"/>
              <a:buChar char="●"/>
              <a:defRPr>
                <a:solidFill>
                  <a:schemeClr val="accent1"/>
                </a:solidFill>
                <a:highlight>
                  <a:schemeClr val="lt1"/>
                </a:highlight>
              </a:defRPr>
            </a:lvl4pPr>
            <a:lvl5pPr indent="-317500" lvl="4" marL="2286000">
              <a:spcBef>
                <a:spcPts val="0"/>
              </a:spcBef>
              <a:spcAft>
                <a:spcPts val="0"/>
              </a:spcAft>
              <a:buClr>
                <a:schemeClr val="accent1"/>
              </a:buClr>
              <a:buSzPts val="1400"/>
              <a:buChar char="○"/>
              <a:defRPr>
                <a:solidFill>
                  <a:schemeClr val="accent1"/>
                </a:solidFill>
                <a:highlight>
                  <a:schemeClr val="lt1"/>
                </a:highlight>
              </a:defRPr>
            </a:lvl5pPr>
            <a:lvl6pPr indent="-317500" lvl="5" marL="2743200">
              <a:spcBef>
                <a:spcPts val="0"/>
              </a:spcBef>
              <a:spcAft>
                <a:spcPts val="0"/>
              </a:spcAft>
              <a:buClr>
                <a:schemeClr val="accent1"/>
              </a:buClr>
              <a:buSzPts val="1400"/>
              <a:buChar char="■"/>
              <a:defRPr>
                <a:solidFill>
                  <a:schemeClr val="accent1"/>
                </a:solidFill>
                <a:highlight>
                  <a:schemeClr val="lt1"/>
                </a:highlight>
              </a:defRPr>
            </a:lvl6pPr>
            <a:lvl7pPr indent="-317500" lvl="6" marL="3200400">
              <a:spcBef>
                <a:spcPts val="0"/>
              </a:spcBef>
              <a:spcAft>
                <a:spcPts val="0"/>
              </a:spcAft>
              <a:buClr>
                <a:schemeClr val="accent1"/>
              </a:buClr>
              <a:buSzPts val="1400"/>
              <a:buChar char="●"/>
              <a:defRPr>
                <a:solidFill>
                  <a:schemeClr val="accent1"/>
                </a:solidFill>
                <a:highlight>
                  <a:schemeClr val="lt1"/>
                </a:highlight>
              </a:defRPr>
            </a:lvl7pPr>
            <a:lvl8pPr indent="-317500" lvl="7" marL="3657600">
              <a:spcBef>
                <a:spcPts val="0"/>
              </a:spcBef>
              <a:spcAft>
                <a:spcPts val="0"/>
              </a:spcAft>
              <a:buClr>
                <a:schemeClr val="accent1"/>
              </a:buClr>
              <a:buSzPts val="1400"/>
              <a:buChar char="○"/>
              <a:defRPr>
                <a:solidFill>
                  <a:schemeClr val="accent1"/>
                </a:solidFill>
                <a:highlight>
                  <a:schemeClr val="lt1"/>
                </a:highlight>
              </a:defRPr>
            </a:lvl8pPr>
            <a:lvl9pPr indent="-317500" lvl="8" marL="4114800">
              <a:spcBef>
                <a:spcPts val="0"/>
              </a:spcBef>
              <a:spcAft>
                <a:spcPts val="0"/>
              </a:spcAft>
              <a:buClr>
                <a:schemeClr val="accent1"/>
              </a:buClr>
              <a:buSzPts val="1400"/>
              <a:buChar char="■"/>
              <a:defRPr>
                <a:solidFill>
                  <a:schemeClr val="accent1"/>
                </a:solidFill>
                <a:highlight>
                  <a:schemeClr val="lt1"/>
                </a:highlight>
              </a:defRPr>
            </a:lvl9pPr>
          </a:lstStyle>
          <a:p/>
        </p:txBody>
      </p:sp>
      <p:sp>
        <p:nvSpPr>
          <p:cNvPr id="42" name="Google Shape;42;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3" name="Shape 43"/>
        <p:cNvGrpSpPr/>
        <p:nvPr/>
      </p:nvGrpSpPr>
      <p:grpSpPr>
        <a:xfrm>
          <a:off x="0" y="0"/>
          <a:ext cx="0" cy="0"/>
          <a:chOff x="0" y="0"/>
          <a:chExt cx="0" cy="0"/>
        </a:xfrm>
      </p:grpSpPr>
      <p:sp>
        <p:nvSpPr>
          <p:cNvPr id="44" name="Google Shape;44;p10"/>
          <p:cNvSpPr txBox="1"/>
          <p:nvPr>
            <p:ph idx="1" type="body"/>
          </p:nvPr>
        </p:nvSpPr>
        <p:spPr>
          <a:xfrm>
            <a:off x="319500" y="4230575"/>
            <a:ext cx="5998800" cy="5988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Clr>
                <a:schemeClr val="accent1"/>
              </a:buClr>
              <a:buSzPts val="2400"/>
              <a:buFont typeface="Amatic SC"/>
              <a:buNone/>
              <a:defRPr b="1" sz="2400">
                <a:solidFill>
                  <a:schemeClr val="accent1"/>
                </a:solidFill>
                <a:latin typeface="Amatic SC"/>
                <a:ea typeface="Amatic SC"/>
                <a:cs typeface="Amatic SC"/>
                <a:sym typeface="Amatic SC"/>
              </a:defRPr>
            </a:lvl1pPr>
          </a:lstStyle>
          <a:p/>
        </p:txBody>
      </p:sp>
      <p:sp>
        <p:nvSpPr>
          <p:cNvPr id="45" name="Google Shape;45;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6" name="Shape 46"/>
        <p:cNvGrpSpPr/>
        <p:nvPr/>
      </p:nvGrpSpPr>
      <p:grpSpPr>
        <a:xfrm>
          <a:off x="0" y="0"/>
          <a:ext cx="0" cy="0"/>
          <a:chOff x="0" y="0"/>
          <a:chExt cx="0" cy="0"/>
        </a:xfrm>
      </p:grpSpPr>
      <p:sp>
        <p:nvSpPr>
          <p:cNvPr id="47" name="Google Shape;47;p11"/>
          <p:cNvSpPr txBox="1"/>
          <p:nvPr>
            <p:ph hasCustomPrompt="1" type="title"/>
          </p:nvPr>
        </p:nvSpPr>
        <p:spPr>
          <a:xfrm>
            <a:off x="311700" y="1240275"/>
            <a:ext cx="8520600" cy="1981800"/>
          </a:xfrm>
          <a:prstGeom prst="rect">
            <a:avLst/>
          </a:prstGeom>
        </p:spPr>
        <p:txBody>
          <a:bodyPr anchorCtr="0" anchor="b" bIns="91425" lIns="91425" spcFirstLastPara="1" rIns="91425" wrap="square" tIns="91425">
            <a:normAutofit/>
          </a:bodyPr>
          <a:lstStyle>
            <a:lvl1pPr lvl="0" algn="ctr">
              <a:spcBef>
                <a:spcPts val="0"/>
              </a:spcBef>
              <a:spcAft>
                <a:spcPts val="0"/>
              </a:spcAft>
              <a:buClr>
                <a:schemeClr val="lt1"/>
              </a:buClr>
              <a:buSzPts val="12000"/>
              <a:buNone/>
              <a:defRPr sz="12000">
                <a:solidFill>
                  <a:schemeClr val="lt1"/>
                </a:solidFill>
                <a:highlight>
                  <a:schemeClr val="accent1"/>
                </a:highlight>
              </a:defRPr>
            </a:lvl1pPr>
            <a:lvl2pPr lvl="1" algn="ctr">
              <a:spcBef>
                <a:spcPts val="0"/>
              </a:spcBef>
              <a:spcAft>
                <a:spcPts val="0"/>
              </a:spcAft>
              <a:buClr>
                <a:schemeClr val="lt1"/>
              </a:buClr>
              <a:buSzPts val="12000"/>
              <a:buNone/>
              <a:defRPr sz="12000">
                <a:solidFill>
                  <a:schemeClr val="lt1"/>
                </a:solidFill>
                <a:highlight>
                  <a:schemeClr val="accent1"/>
                </a:highlight>
              </a:defRPr>
            </a:lvl2pPr>
            <a:lvl3pPr lvl="2" algn="ctr">
              <a:spcBef>
                <a:spcPts val="0"/>
              </a:spcBef>
              <a:spcAft>
                <a:spcPts val="0"/>
              </a:spcAft>
              <a:buClr>
                <a:schemeClr val="lt1"/>
              </a:buClr>
              <a:buSzPts val="12000"/>
              <a:buNone/>
              <a:defRPr sz="12000">
                <a:solidFill>
                  <a:schemeClr val="lt1"/>
                </a:solidFill>
                <a:highlight>
                  <a:schemeClr val="accent1"/>
                </a:highlight>
              </a:defRPr>
            </a:lvl3pPr>
            <a:lvl4pPr lvl="3" algn="ctr">
              <a:spcBef>
                <a:spcPts val="0"/>
              </a:spcBef>
              <a:spcAft>
                <a:spcPts val="0"/>
              </a:spcAft>
              <a:buClr>
                <a:schemeClr val="lt1"/>
              </a:buClr>
              <a:buSzPts val="12000"/>
              <a:buNone/>
              <a:defRPr sz="12000">
                <a:solidFill>
                  <a:schemeClr val="lt1"/>
                </a:solidFill>
                <a:highlight>
                  <a:schemeClr val="accent1"/>
                </a:highlight>
              </a:defRPr>
            </a:lvl4pPr>
            <a:lvl5pPr lvl="4" algn="ctr">
              <a:spcBef>
                <a:spcPts val="0"/>
              </a:spcBef>
              <a:spcAft>
                <a:spcPts val="0"/>
              </a:spcAft>
              <a:buClr>
                <a:schemeClr val="lt1"/>
              </a:buClr>
              <a:buSzPts val="12000"/>
              <a:buNone/>
              <a:defRPr sz="12000">
                <a:solidFill>
                  <a:schemeClr val="lt1"/>
                </a:solidFill>
                <a:highlight>
                  <a:schemeClr val="accent1"/>
                </a:highlight>
              </a:defRPr>
            </a:lvl5pPr>
            <a:lvl6pPr lvl="5" algn="ctr">
              <a:spcBef>
                <a:spcPts val="0"/>
              </a:spcBef>
              <a:spcAft>
                <a:spcPts val="0"/>
              </a:spcAft>
              <a:buClr>
                <a:schemeClr val="lt1"/>
              </a:buClr>
              <a:buSzPts val="12000"/>
              <a:buNone/>
              <a:defRPr sz="12000">
                <a:solidFill>
                  <a:schemeClr val="lt1"/>
                </a:solidFill>
                <a:highlight>
                  <a:schemeClr val="accent1"/>
                </a:highlight>
              </a:defRPr>
            </a:lvl6pPr>
            <a:lvl7pPr lvl="6" algn="ctr">
              <a:spcBef>
                <a:spcPts val="0"/>
              </a:spcBef>
              <a:spcAft>
                <a:spcPts val="0"/>
              </a:spcAft>
              <a:buClr>
                <a:schemeClr val="lt1"/>
              </a:buClr>
              <a:buSzPts val="12000"/>
              <a:buNone/>
              <a:defRPr sz="12000">
                <a:solidFill>
                  <a:schemeClr val="lt1"/>
                </a:solidFill>
                <a:highlight>
                  <a:schemeClr val="accent1"/>
                </a:highlight>
              </a:defRPr>
            </a:lvl7pPr>
            <a:lvl8pPr lvl="7" algn="ctr">
              <a:spcBef>
                <a:spcPts val="0"/>
              </a:spcBef>
              <a:spcAft>
                <a:spcPts val="0"/>
              </a:spcAft>
              <a:buClr>
                <a:schemeClr val="lt1"/>
              </a:buClr>
              <a:buSzPts val="12000"/>
              <a:buNone/>
              <a:defRPr sz="12000">
                <a:solidFill>
                  <a:schemeClr val="lt1"/>
                </a:solidFill>
                <a:highlight>
                  <a:schemeClr val="accent1"/>
                </a:highlight>
              </a:defRPr>
            </a:lvl8pPr>
            <a:lvl9pPr lvl="8" algn="ctr">
              <a:spcBef>
                <a:spcPts val="0"/>
              </a:spcBef>
              <a:spcAft>
                <a:spcPts val="0"/>
              </a:spcAft>
              <a:buClr>
                <a:schemeClr val="lt1"/>
              </a:buClr>
              <a:buSzPts val="12000"/>
              <a:buNone/>
              <a:defRPr sz="12000">
                <a:solidFill>
                  <a:schemeClr val="lt1"/>
                </a:solidFill>
                <a:highlight>
                  <a:schemeClr val="accent1"/>
                </a:highlight>
              </a:defRPr>
            </a:lvl9pPr>
          </a:lstStyle>
          <a:p>
            <a:r>
              <a:t>xx%</a:t>
            </a:r>
          </a:p>
        </p:txBody>
      </p:sp>
      <p:sp>
        <p:nvSpPr>
          <p:cNvPr id="48" name="Google Shape;48;p11"/>
          <p:cNvSpPr txBox="1"/>
          <p:nvPr>
            <p:ph idx="1" type="body"/>
          </p:nvPr>
        </p:nvSpPr>
        <p:spPr>
          <a:xfrm>
            <a:off x="311700" y="33046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Clr>
                <a:schemeClr val="accent1"/>
              </a:buClr>
              <a:buSzPts val="1800"/>
              <a:buChar char="●"/>
              <a:defRPr>
                <a:solidFill>
                  <a:schemeClr val="accent1"/>
                </a:solidFill>
                <a:highlight>
                  <a:schemeClr val="dk1"/>
                </a:highlight>
              </a:defRPr>
            </a:lvl1pPr>
            <a:lvl2pPr indent="-317500" lvl="1" marL="914400" algn="ctr">
              <a:spcBef>
                <a:spcPts val="0"/>
              </a:spcBef>
              <a:spcAft>
                <a:spcPts val="0"/>
              </a:spcAft>
              <a:buClr>
                <a:schemeClr val="accent1"/>
              </a:buClr>
              <a:buSzPts val="1400"/>
              <a:buChar char="○"/>
              <a:defRPr>
                <a:solidFill>
                  <a:schemeClr val="accent1"/>
                </a:solidFill>
                <a:highlight>
                  <a:schemeClr val="dk1"/>
                </a:highlight>
              </a:defRPr>
            </a:lvl2pPr>
            <a:lvl3pPr indent="-317500" lvl="2" marL="1371600" algn="ctr">
              <a:spcBef>
                <a:spcPts val="0"/>
              </a:spcBef>
              <a:spcAft>
                <a:spcPts val="0"/>
              </a:spcAft>
              <a:buClr>
                <a:schemeClr val="accent1"/>
              </a:buClr>
              <a:buSzPts val="1400"/>
              <a:buChar char="■"/>
              <a:defRPr>
                <a:solidFill>
                  <a:schemeClr val="accent1"/>
                </a:solidFill>
                <a:highlight>
                  <a:schemeClr val="dk1"/>
                </a:highlight>
              </a:defRPr>
            </a:lvl3pPr>
            <a:lvl4pPr indent="-317500" lvl="3" marL="1828800" algn="ctr">
              <a:spcBef>
                <a:spcPts val="0"/>
              </a:spcBef>
              <a:spcAft>
                <a:spcPts val="0"/>
              </a:spcAft>
              <a:buClr>
                <a:schemeClr val="accent1"/>
              </a:buClr>
              <a:buSzPts val="1400"/>
              <a:buChar char="●"/>
              <a:defRPr>
                <a:solidFill>
                  <a:schemeClr val="accent1"/>
                </a:solidFill>
                <a:highlight>
                  <a:schemeClr val="dk1"/>
                </a:highlight>
              </a:defRPr>
            </a:lvl4pPr>
            <a:lvl5pPr indent="-317500" lvl="4" marL="2286000" algn="ctr">
              <a:spcBef>
                <a:spcPts val="0"/>
              </a:spcBef>
              <a:spcAft>
                <a:spcPts val="0"/>
              </a:spcAft>
              <a:buClr>
                <a:schemeClr val="accent1"/>
              </a:buClr>
              <a:buSzPts val="1400"/>
              <a:buChar char="○"/>
              <a:defRPr>
                <a:solidFill>
                  <a:schemeClr val="accent1"/>
                </a:solidFill>
                <a:highlight>
                  <a:schemeClr val="dk1"/>
                </a:highlight>
              </a:defRPr>
            </a:lvl5pPr>
            <a:lvl6pPr indent="-317500" lvl="5" marL="2743200" algn="ctr">
              <a:spcBef>
                <a:spcPts val="0"/>
              </a:spcBef>
              <a:spcAft>
                <a:spcPts val="0"/>
              </a:spcAft>
              <a:buClr>
                <a:schemeClr val="accent1"/>
              </a:buClr>
              <a:buSzPts val="1400"/>
              <a:buChar char="■"/>
              <a:defRPr>
                <a:solidFill>
                  <a:schemeClr val="accent1"/>
                </a:solidFill>
                <a:highlight>
                  <a:schemeClr val="dk1"/>
                </a:highlight>
              </a:defRPr>
            </a:lvl6pPr>
            <a:lvl7pPr indent="-317500" lvl="6" marL="3200400" algn="ctr">
              <a:spcBef>
                <a:spcPts val="0"/>
              </a:spcBef>
              <a:spcAft>
                <a:spcPts val="0"/>
              </a:spcAft>
              <a:buClr>
                <a:schemeClr val="accent1"/>
              </a:buClr>
              <a:buSzPts val="1400"/>
              <a:buChar char="●"/>
              <a:defRPr>
                <a:solidFill>
                  <a:schemeClr val="accent1"/>
                </a:solidFill>
                <a:highlight>
                  <a:schemeClr val="dk1"/>
                </a:highlight>
              </a:defRPr>
            </a:lvl7pPr>
            <a:lvl8pPr indent="-317500" lvl="7" marL="3657600" algn="ctr">
              <a:spcBef>
                <a:spcPts val="0"/>
              </a:spcBef>
              <a:spcAft>
                <a:spcPts val="0"/>
              </a:spcAft>
              <a:buClr>
                <a:schemeClr val="accent1"/>
              </a:buClr>
              <a:buSzPts val="1400"/>
              <a:buChar char="○"/>
              <a:defRPr>
                <a:solidFill>
                  <a:schemeClr val="accent1"/>
                </a:solidFill>
                <a:highlight>
                  <a:schemeClr val="dk1"/>
                </a:highlight>
              </a:defRPr>
            </a:lvl8pPr>
            <a:lvl9pPr indent="-317500" lvl="8" marL="4114800" algn="ctr">
              <a:spcBef>
                <a:spcPts val="0"/>
              </a:spcBef>
              <a:spcAft>
                <a:spcPts val="0"/>
              </a:spcAft>
              <a:buClr>
                <a:schemeClr val="accent1"/>
              </a:buClr>
              <a:buSzPts val="1400"/>
              <a:buChar char="■"/>
              <a:defRPr>
                <a:solidFill>
                  <a:schemeClr val="accent1"/>
                </a:solidFill>
                <a:highlight>
                  <a:schemeClr val="dk1"/>
                </a:highlight>
              </a:defRPr>
            </a:lvl9pPr>
          </a:lstStyle>
          <a:p/>
        </p:txBody>
      </p:sp>
      <p:sp>
        <p:nvSpPr>
          <p:cNvPr id="49" name="Google Shape;49;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0" name="Shape 50"/>
        <p:cNvGrpSpPr/>
        <p:nvPr/>
      </p:nvGrpSpPr>
      <p:grpSpPr>
        <a:xfrm>
          <a:off x="0" y="0"/>
          <a:ext cx="0" cy="0"/>
          <a:chOff x="0" y="0"/>
          <a:chExt cx="0" cy="0"/>
        </a:xfrm>
      </p:grpSpPr>
      <p:sp>
        <p:nvSpPr>
          <p:cNvPr id="51" name="Google Shape;51;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beach-day">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292850"/>
            <a:ext cx="8520600" cy="8010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accent1"/>
              </a:buClr>
              <a:buSzPts val="4200"/>
              <a:buFont typeface="Amatic SC"/>
              <a:buNone/>
              <a:defRPr b="1" sz="4200">
                <a:solidFill>
                  <a:schemeClr val="accent1"/>
                </a:solidFill>
                <a:latin typeface="Amatic SC"/>
                <a:ea typeface="Amatic SC"/>
                <a:cs typeface="Amatic SC"/>
                <a:sym typeface="Amatic SC"/>
              </a:defRPr>
            </a:lvl1pPr>
            <a:lvl2pPr lvl="1">
              <a:spcBef>
                <a:spcPts val="0"/>
              </a:spcBef>
              <a:spcAft>
                <a:spcPts val="0"/>
              </a:spcAft>
              <a:buClr>
                <a:schemeClr val="accent1"/>
              </a:buClr>
              <a:buSzPts val="4200"/>
              <a:buFont typeface="Amatic SC"/>
              <a:buNone/>
              <a:defRPr b="1" sz="4200">
                <a:solidFill>
                  <a:schemeClr val="accent1"/>
                </a:solidFill>
                <a:latin typeface="Amatic SC"/>
                <a:ea typeface="Amatic SC"/>
                <a:cs typeface="Amatic SC"/>
                <a:sym typeface="Amatic SC"/>
              </a:defRPr>
            </a:lvl2pPr>
            <a:lvl3pPr lvl="2">
              <a:spcBef>
                <a:spcPts val="0"/>
              </a:spcBef>
              <a:spcAft>
                <a:spcPts val="0"/>
              </a:spcAft>
              <a:buClr>
                <a:schemeClr val="accent1"/>
              </a:buClr>
              <a:buSzPts val="4200"/>
              <a:buFont typeface="Amatic SC"/>
              <a:buNone/>
              <a:defRPr b="1" sz="4200">
                <a:solidFill>
                  <a:schemeClr val="accent1"/>
                </a:solidFill>
                <a:latin typeface="Amatic SC"/>
                <a:ea typeface="Amatic SC"/>
                <a:cs typeface="Amatic SC"/>
                <a:sym typeface="Amatic SC"/>
              </a:defRPr>
            </a:lvl3pPr>
            <a:lvl4pPr lvl="3">
              <a:spcBef>
                <a:spcPts val="0"/>
              </a:spcBef>
              <a:spcAft>
                <a:spcPts val="0"/>
              </a:spcAft>
              <a:buClr>
                <a:schemeClr val="accent1"/>
              </a:buClr>
              <a:buSzPts val="4200"/>
              <a:buFont typeface="Amatic SC"/>
              <a:buNone/>
              <a:defRPr b="1" sz="4200">
                <a:solidFill>
                  <a:schemeClr val="accent1"/>
                </a:solidFill>
                <a:latin typeface="Amatic SC"/>
                <a:ea typeface="Amatic SC"/>
                <a:cs typeface="Amatic SC"/>
                <a:sym typeface="Amatic SC"/>
              </a:defRPr>
            </a:lvl4pPr>
            <a:lvl5pPr lvl="4">
              <a:spcBef>
                <a:spcPts val="0"/>
              </a:spcBef>
              <a:spcAft>
                <a:spcPts val="0"/>
              </a:spcAft>
              <a:buClr>
                <a:schemeClr val="accent1"/>
              </a:buClr>
              <a:buSzPts val="4200"/>
              <a:buFont typeface="Amatic SC"/>
              <a:buNone/>
              <a:defRPr b="1" sz="4200">
                <a:solidFill>
                  <a:schemeClr val="accent1"/>
                </a:solidFill>
                <a:latin typeface="Amatic SC"/>
                <a:ea typeface="Amatic SC"/>
                <a:cs typeface="Amatic SC"/>
                <a:sym typeface="Amatic SC"/>
              </a:defRPr>
            </a:lvl5pPr>
            <a:lvl6pPr lvl="5">
              <a:spcBef>
                <a:spcPts val="0"/>
              </a:spcBef>
              <a:spcAft>
                <a:spcPts val="0"/>
              </a:spcAft>
              <a:buClr>
                <a:schemeClr val="accent1"/>
              </a:buClr>
              <a:buSzPts val="4200"/>
              <a:buFont typeface="Amatic SC"/>
              <a:buNone/>
              <a:defRPr b="1" sz="4200">
                <a:solidFill>
                  <a:schemeClr val="accent1"/>
                </a:solidFill>
                <a:latin typeface="Amatic SC"/>
                <a:ea typeface="Amatic SC"/>
                <a:cs typeface="Amatic SC"/>
                <a:sym typeface="Amatic SC"/>
              </a:defRPr>
            </a:lvl6pPr>
            <a:lvl7pPr lvl="6">
              <a:spcBef>
                <a:spcPts val="0"/>
              </a:spcBef>
              <a:spcAft>
                <a:spcPts val="0"/>
              </a:spcAft>
              <a:buClr>
                <a:schemeClr val="accent1"/>
              </a:buClr>
              <a:buSzPts val="4200"/>
              <a:buFont typeface="Amatic SC"/>
              <a:buNone/>
              <a:defRPr b="1" sz="4200">
                <a:solidFill>
                  <a:schemeClr val="accent1"/>
                </a:solidFill>
                <a:latin typeface="Amatic SC"/>
                <a:ea typeface="Amatic SC"/>
                <a:cs typeface="Amatic SC"/>
                <a:sym typeface="Amatic SC"/>
              </a:defRPr>
            </a:lvl7pPr>
            <a:lvl8pPr lvl="7">
              <a:spcBef>
                <a:spcPts val="0"/>
              </a:spcBef>
              <a:spcAft>
                <a:spcPts val="0"/>
              </a:spcAft>
              <a:buClr>
                <a:schemeClr val="accent1"/>
              </a:buClr>
              <a:buSzPts val="4200"/>
              <a:buFont typeface="Amatic SC"/>
              <a:buNone/>
              <a:defRPr b="1" sz="4200">
                <a:solidFill>
                  <a:schemeClr val="accent1"/>
                </a:solidFill>
                <a:latin typeface="Amatic SC"/>
                <a:ea typeface="Amatic SC"/>
                <a:cs typeface="Amatic SC"/>
                <a:sym typeface="Amatic SC"/>
              </a:defRPr>
            </a:lvl8pPr>
            <a:lvl9pPr lvl="8">
              <a:spcBef>
                <a:spcPts val="0"/>
              </a:spcBef>
              <a:spcAft>
                <a:spcPts val="0"/>
              </a:spcAft>
              <a:buClr>
                <a:schemeClr val="accent1"/>
              </a:buClr>
              <a:buSzPts val="4200"/>
              <a:buFont typeface="Amatic SC"/>
              <a:buNone/>
              <a:defRPr b="1" sz="4200">
                <a:solidFill>
                  <a:schemeClr val="accent1"/>
                </a:solidFill>
                <a:latin typeface="Amatic SC"/>
                <a:ea typeface="Amatic SC"/>
                <a:cs typeface="Amatic SC"/>
                <a:sym typeface="Amatic SC"/>
              </a:defRPr>
            </a:lvl9pPr>
          </a:lstStyle>
          <a:p/>
        </p:txBody>
      </p:sp>
      <p:sp>
        <p:nvSpPr>
          <p:cNvPr id="7" name="Google Shape;7;p1"/>
          <p:cNvSpPr txBox="1"/>
          <p:nvPr>
            <p:ph idx="1" type="body"/>
          </p:nvPr>
        </p:nvSpPr>
        <p:spPr>
          <a:xfrm>
            <a:off x="311700" y="1228675"/>
            <a:ext cx="8520600" cy="33402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Font typeface="Source Code Pro"/>
              <a:buChar char="●"/>
              <a:defRPr sz="1800">
                <a:solidFill>
                  <a:schemeClr val="dk2"/>
                </a:solidFill>
                <a:latin typeface="Source Code Pro"/>
                <a:ea typeface="Source Code Pro"/>
                <a:cs typeface="Source Code Pro"/>
                <a:sym typeface="Source Code Pro"/>
              </a:defRPr>
            </a:lvl1pPr>
            <a:lvl2pPr indent="-317500" lvl="1" marL="914400">
              <a:lnSpc>
                <a:spcPct val="115000"/>
              </a:lnSpc>
              <a:spcBef>
                <a:spcPts val="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2pPr>
            <a:lvl3pPr indent="-317500" lvl="2" marL="1371600">
              <a:lnSpc>
                <a:spcPct val="115000"/>
              </a:lnSpc>
              <a:spcBef>
                <a:spcPts val="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3pPr>
            <a:lvl4pPr indent="-317500" lvl="3" marL="1828800">
              <a:lnSpc>
                <a:spcPct val="115000"/>
              </a:lnSpc>
              <a:spcBef>
                <a:spcPts val="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4pPr>
            <a:lvl5pPr indent="-317500" lvl="4" marL="2286000">
              <a:lnSpc>
                <a:spcPct val="115000"/>
              </a:lnSpc>
              <a:spcBef>
                <a:spcPts val="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5pPr>
            <a:lvl6pPr indent="-317500" lvl="5" marL="2743200">
              <a:lnSpc>
                <a:spcPct val="115000"/>
              </a:lnSpc>
              <a:spcBef>
                <a:spcPts val="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6pPr>
            <a:lvl7pPr indent="-317500" lvl="6" marL="3200400">
              <a:lnSpc>
                <a:spcPct val="115000"/>
              </a:lnSpc>
              <a:spcBef>
                <a:spcPts val="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7pPr>
            <a:lvl8pPr indent="-317500" lvl="7" marL="3657600">
              <a:lnSpc>
                <a:spcPct val="115000"/>
              </a:lnSpc>
              <a:spcBef>
                <a:spcPts val="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8pPr>
            <a:lvl9pPr indent="-317500" lvl="8" marL="4114800">
              <a:lnSpc>
                <a:spcPct val="115000"/>
              </a:lnSpc>
              <a:spcBef>
                <a:spcPts val="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accent1"/>
                </a:solidFill>
                <a:latin typeface="Source Code Pro"/>
                <a:ea typeface="Source Code Pro"/>
                <a:cs typeface="Source Code Pro"/>
                <a:sym typeface="Source Code Pro"/>
              </a:defRPr>
            </a:lvl1pPr>
            <a:lvl2pPr lvl="1" algn="r">
              <a:buNone/>
              <a:defRPr sz="1000">
                <a:solidFill>
                  <a:schemeClr val="accent1"/>
                </a:solidFill>
                <a:latin typeface="Source Code Pro"/>
                <a:ea typeface="Source Code Pro"/>
                <a:cs typeface="Source Code Pro"/>
                <a:sym typeface="Source Code Pro"/>
              </a:defRPr>
            </a:lvl2pPr>
            <a:lvl3pPr lvl="2" algn="r">
              <a:buNone/>
              <a:defRPr sz="1000">
                <a:solidFill>
                  <a:schemeClr val="accent1"/>
                </a:solidFill>
                <a:latin typeface="Source Code Pro"/>
                <a:ea typeface="Source Code Pro"/>
                <a:cs typeface="Source Code Pro"/>
                <a:sym typeface="Source Code Pro"/>
              </a:defRPr>
            </a:lvl3pPr>
            <a:lvl4pPr lvl="3" algn="r">
              <a:buNone/>
              <a:defRPr sz="1000">
                <a:solidFill>
                  <a:schemeClr val="accent1"/>
                </a:solidFill>
                <a:latin typeface="Source Code Pro"/>
                <a:ea typeface="Source Code Pro"/>
                <a:cs typeface="Source Code Pro"/>
                <a:sym typeface="Source Code Pro"/>
              </a:defRPr>
            </a:lvl4pPr>
            <a:lvl5pPr lvl="4" algn="r">
              <a:buNone/>
              <a:defRPr sz="1000">
                <a:solidFill>
                  <a:schemeClr val="accent1"/>
                </a:solidFill>
                <a:latin typeface="Source Code Pro"/>
                <a:ea typeface="Source Code Pro"/>
                <a:cs typeface="Source Code Pro"/>
                <a:sym typeface="Source Code Pro"/>
              </a:defRPr>
            </a:lvl5pPr>
            <a:lvl6pPr lvl="5" algn="r">
              <a:buNone/>
              <a:defRPr sz="1000">
                <a:solidFill>
                  <a:schemeClr val="accent1"/>
                </a:solidFill>
                <a:latin typeface="Source Code Pro"/>
                <a:ea typeface="Source Code Pro"/>
                <a:cs typeface="Source Code Pro"/>
                <a:sym typeface="Source Code Pro"/>
              </a:defRPr>
            </a:lvl6pPr>
            <a:lvl7pPr lvl="6" algn="r">
              <a:buNone/>
              <a:defRPr sz="1000">
                <a:solidFill>
                  <a:schemeClr val="accent1"/>
                </a:solidFill>
                <a:latin typeface="Source Code Pro"/>
                <a:ea typeface="Source Code Pro"/>
                <a:cs typeface="Source Code Pro"/>
                <a:sym typeface="Source Code Pro"/>
              </a:defRPr>
            </a:lvl7pPr>
            <a:lvl8pPr lvl="7" algn="r">
              <a:buNone/>
              <a:defRPr sz="1000">
                <a:solidFill>
                  <a:schemeClr val="accent1"/>
                </a:solidFill>
                <a:latin typeface="Source Code Pro"/>
                <a:ea typeface="Source Code Pro"/>
                <a:cs typeface="Source Code Pro"/>
                <a:sym typeface="Source Code Pro"/>
              </a:defRPr>
            </a:lvl8pPr>
            <a:lvl9pPr lvl="8" algn="r">
              <a:buNone/>
              <a:defRPr sz="1000">
                <a:solidFill>
                  <a:schemeClr val="accent1"/>
                </a:solidFill>
                <a:latin typeface="Source Code Pro"/>
                <a:ea typeface="Source Code Pro"/>
                <a:cs typeface="Source Code Pro"/>
                <a:sym typeface="Source Code Pr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hyperlink" Target="https://en.wikipedia.org/wiki/Diffie%E2%80%93Hellman_key_exchange"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hyperlink" Target="https://en.wikipedia.org/wiki/Forward_secrecy" TargetMode="External"/><Relationship Id="rId4" Type="http://schemas.openxmlformats.org/officeDocument/2006/relationships/hyperlink" Target="https://en.wikipedia.org/wiki/Diffie%E2%80%93Hellman_key_exchange#/media/File:Public_key_shared_secret.svg" TargetMode="External"/><Relationship Id="rId5"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hyperlink" Target="https://www.youtube.com/watch?v=d1KXDGgwIpA"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hyperlink" Target="https://en.wikipedia.org/wiki/Linux_PAM"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hyperlink" Target="https://github.com/google/google-authenticator-libpam" TargetMode="External"/><Relationship Id="rId4" Type="http://schemas.openxmlformats.org/officeDocument/2006/relationships/hyperlink" Target="https://developers.yubico.com/PGP/SSH_authentication/" TargetMode="External"/><Relationship Id="rId5" Type="http://schemas.openxmlformats.org/officeDocument/2006/relationships/hyperlink" Target="https://wiki.archlinux.org/title/Pam_usb" TargetMode="Externa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4.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4.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5.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3.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6.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 Id="rId3" Type="http://schemas.openxmlformats.org/officeDocument/2006/relationships/hyperlink" Target="https://datatracker.ietf.org/doc/html/rfc6187" TargetMode="Externa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 Id="rId3" Type="http://schemas.openxmlformats.org/officeDocument/2006/relationships/image" Target="../media/image11.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 Id="rId3" Type="http://schemas.openxmlformats.org/officeDocument/2006/relationships/image" Target="../media/image1.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 Id="rId3" Type="http://schemas.openxmlformats.org/officeDocument/2006/relationships/image" Target="../media/image8.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 Id="rId3" Type="http://schemas.openxmlformats.org/officeDocument/2006/relationships/image" Target="../media/image10.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 Id="rId3" Type="http://schemas.openxmlformats.org/officeDocument/2006/relationships/image" Target="../media/image9.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 Id="rId3" Type="http://schemas.openxmlformats.org/officeDocument/2006/relationships/image" Target="../media/image7.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9.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 name="Shape 55"/>
        <p:cNvGrpSpPr/>
        <p:nvPr/>
      </p:nvGrpSpPr>
      <p:grpSpPr>
        <a:xfrm>
          <a:off x="0" y="0"/>
          <a:ext cx="0" cy="0"/>
          <a:chOff x="0" y="0"/>
          <a:chExt cx="0" cy="0"/>
        </a:xfrm>
      </p:grpSpPr>
      <p:sp>
        <p:nvSpPr>
          <p:cNvPr id="56" name="Google Shape;56;p13"/>
          <p:cNvSpPr txBox="1"/>
          <p:nvPr>
            <p:ph type="ctrTitle"/>
          </p:nvPr>
        </p:nvSpPr>
        <p:spPr>
          <a:xfrm>
            <a:off x="311700" y="392150"/>
            <a:ext cx="8520600" cy="26904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i="1" lang="en" sz="2000"/>
              <a:t>Secrets to SSH</a:t>
            </a:r>
            <a:endParaRPr sz="3900"/>
          </a:p>
        </p:txBody>
      </p:sp>
      <p:sp>
        <p:nvSpPr>
          <p:cNvPr id="57" name="Google Shape;57;p13"/>
          <p:cNvSpPr txBox="1"/>
          <p:nvPr>
            <p:ph idx="1" type="subTitle"/>
          </p:nvPr>
        </p:nvSpPr>
        <p:spPr>
          <a:xfrm>
            <a:off x="311700" y="3890400"/>
            <a:ext cx="8520600" cy="7062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
              <a:t>A </a:t>
            </a:r>
            <a:r>
              <a:rPr i="1" lang="en"/>
              <a:t>Sharpe</a:t>
            </a:r>
            <a:r>
              <a:rPr lang="en"/>
              <a:t> curriculum</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 name="Shape 61"/>
        <p:cNvGrpSpPr/>
        <p:nvPr/>
      </p:nvGrpSpPr>
      <p:grpSpPr>
        <a:xfrm>
          <a:off x="0" y="0"/>
          <a:ext cx="0" cy="0"/>
          <a:chOff x="0" y="0"/>
          <a:chExt cx="0" cy="0"/>
        </a:xfrm>
      </p:grpSpPr>
      <p:sp>
        <p:nvSpPr>
          <p:cNvPr id="62" name="Google Shape;62;p14"/>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Secure Shell (SSH)</a:t>
            </a:r>
            <a:endParaRPr/>
          </a:p>
        </p:txBody>
      </p:sp>
      <p:sp>
        <p:nvSpPr>
          <p:cNvPr id="63" name="Google Shape;63;p14"/>
          <p:cNvSpPr txBox="1"/>
          <p:nvPr>
            <p:ph idx="1" type="body"/>
          </p:nvPr>
        </p:nvSpPr>
        <p:spPr>
          <a:xfrm>
            <a:off x="311700" y="1228675"/>
            <a:ext cx="8520600" cy="3340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Just a few quick basic facts</a:t>
            </a:r>
            <a:endParaRPr/>
          </a:p>
          <a:p>
            <a:pPr indent="-342900" lvl="0" marL="457200" rtl="0" algn="l">
              <a:spcBef>
                <a:spcPts val="1200"/>
              </a:spcBef>
              <a:spcAft>
                <a:spcPts val="0"/>
              </a:spcAft>
              <a:buSzPts val="1800"/>
              <a:buChar char="●"/>
            </a:pPr>
            <a:r>
              <a:rPr lang="en"/>
              <a:t>Runs on TCP</a:t>
            </a:r>
            <a:endParaRPr/>
          </a:p>
          <a:p>
            <a:pPr indent="-342900" lvl="0" marL="457200" rtl="0" algn="l">
              <a:spcBef>
                <a:spcPts val="0"/>
              </a:spcBef>
              <a:spcAft>
                <a:spcPts val="0"/>
              </a:spcAft>
              <a:buSzPts val="1800"/>
              <a:buChar char="●"/>
            </a:pPr>
            <a:r>
              <a:rPr lang="en"/>
              <a:t>Port 22 (discuss: can it run another port?)</a:t>
            </a:r>
            <a:endParaRPr/>
          </a:p>
          <a:p>
            <a:pPr indent="-342900" lvl="0" marL="457200" rtl="0" algn="l">
              <a:spcBef>
                <a:spcPts val="0"/>
              </a:spcBef>
              <a:spcAft>
                <a:spcPts val="0"/>
              </a:spcAft>
              <a:buSzPts val="1800"/>
              <a:buChar char="●"/>
            </a:pPr>
            <a:r>
              <a:rPr lang="en"/>
              <a:t>Originally designed to replace Telnet (stop spying on my password!)</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 name="Shape 67"/>
        <p:cNvGrpSpPr/>
        <p:nvPr/>
      </p:nvGrpSpPr>
      <p:grpSpPr>
        <a:xfrm>
          <a:off x="0" y="0"/>
          <a:ext cx="0" cy="0"/>
          <a:chOff x="0" y="0"/>
          <a:chExt cx="0" cy="0"/>
        </a:xfrm>
      </p:grpSpPr>
      <p:sp>
        <p:nvSpPr>
          <p:cNvPr id="68" name="Google Shape;68;p15"/>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Don’t call me Telnet v2</a:t>
            </a:r>
            <a:endParaRPr/>
          </a:p>
        </p:txBody>
      </p:sp>
      <p:sp>
        <p:nvSpPr>
          <p:cNvPr id="69" name="Google Shape;69;p15"/>
          <p:cNvSpPr txBox="1"/>
          <p:nvPr>
            <p:ph idx="1" type="body"/>
          </p:nvPr>
        </p:nvSpPr>
        <p:spPr>
          <a:xfrm>
            <a:off x="311700" y="1228675"/>
            <a:ext cx="8520600" cy="3340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Supports much more! </a:t>
            </a:r>
            <a:endParaRPr/>
          </a:p>
          <a:p>
            <a:pPr indent="-342900" lvl="0" marL="457200" rtl="0" algn="l">
              <a:spcBef>
                <a:spcPts val="1200"/>
              </a:spcBef>
              <a:spcAft>
                <a:spcPts val="0"/>
              </a:spcAft>
              <a:buSzPts val="1800"/>
              <a:buChar char="●"/>
            </a:pPr>
            <a:r>
              <a:rPr lang="en"/>
              <a:t>File transfers (SCP/SFTP)</a:t>
            </a:r>
            <a:endParaRPr/>
          </a:p>
          <a:p>
            <a:pPr indent="-342900" lvl="0" marL="457200" rtl="0" algn="l">
              <a:spcBef>
                <a:spcPts val="0"/>
              </a:spcBef>
              <a:spcAft>
                <a:spcPts val="0"/>
              </a:spcAft>
              <a:buSzPts val="1800"/>
              <a:buChar char="●"/>
            </a:pPr>
            <a:r>
              <a:rPr lang="en"/>
              <a:t>Port forwarding</a:t>
            </a:r>
            <a:endParaRPr/>
          </a:p>
          <a:p>
            <a:pPr indent="-342900" lvl="0" marL="457200" rtl="0" algn="l">
              <a:spcBef>
                <a:spcPts val="0"/>
              </a:spcBef>
              <a:spcAft>
                <a:spcPts val="0"/>
              </a:spcAft>
              <a:buSzPts val="1800"/>
              <a:buChar char="●"/>
            </a:pPr>
            <a:r>
              <a:rPr lang="en"/>
              <a:t>Passwordless authentication with keypairs, or 2FA if you use key AND password</a:t>
            </a:r>
            <a:endParaRPr/>
          </a:p>
          <a:p>
            <a:pPr indent="-342900" lvl="0" marL="457200" rtl="0" algn="l">
              <a:spcBef>
                <a:spcPts val="0"/>
              </a:spcBef>
              <a:spcAft>
                <a:spcPts val="0"/>
              </a:spcAft>
              <a:buSzPts val="1800"/>
              <a:buChar char="●"/>
            </a:pPr>
            <a:r>
              <a:rPr lang="en"/>
              <a:t>X11 forwarding</a:t>
            </a:r>
            <a:endParaRPr/>
          </a:p>
          <a:p>
            <a:pPr indent="-342900" lvl="0" marL="457200" rtl="0" algn="l">
              <a:spcBef>
                <a:spcPts val="0"/>
              </a:spcBef>
              <a:spcAft>
                <a:spcPts val="0"/>
              </a:spcAft>
              <a:buSzPts val="1800"/>
              <a:buChar char="●"/>
            </a:pPr>
            <a:r>
              <a:rPr lang="en"/>
              <a:t>MORE</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 name="Shape 73"/>
        <p:cNvGrpSpPr/>
        <p:nvPr/>
      </p:nvGrpSpPr>
      <p:grpSpPr>
        <a:xfrm>
          <a:off x="0" y="0"/>
          <a:ext cx="0" cy="0"/>
          <a:chOff x="0" y="0"/>
          <a:chExt cx="0" cy="0"/>
        </a:xfrm>
      </p:grpSpPr>
      <p:sp>
        <p:nvSpPr>
          <p:cNvPr id="74" name="Google Shape;74;p16"/>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Secrecy - </a:t>
            </a:r>
            <a:r>
              <a:rPr lang="en" u="sng">
                <a:solidFill>
                  <a:schemeClr val="hlink"/>
                </a:solidFill>
                <a:hlinkClick r:id="rId3"/>
              </a:rPr>
              <a:t>Diffie Hellman</a:t>
            </a:r>
            <a:endParaRPr/>
          </a:p>
        </p:txBody>
      </p:sp>
      <p:sp>
        <p:nvSpPr>
          <p:cNvPr id="75" name="Google Shape;75;p16"/>
          <p:cNvSpPr txBox="1"/>
          <p:nvPr>
            <p:ph idx="1" type="body"/>
          </p:nvPr>
        </p:nvSpPr>
        <p:spPr>
          <a:xfrm>
            <a:off x="311700" y="1228675"/>
            <a:ext cx="8520600" cy="3340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This isn’t specific to SSH.  It’s used anytime a modern encrypted transport protocol wants to establish a secure connection.  </a:t>
            </a:r>
            <a:endParaRPr/>
          </a:p>
          <a:p>
            <a:pPr indent="0" lvl="0" marL="0" rtl="0" algn="l">
              <a:spcBef>
                <a:spcPts val="1200"/>
              </a:spcBef>
              <a:spcAft>
                <a:spcPts val="0"/>
              </a:spcAft>
              <a:buNone/>
            </a:pPr>
            <a:r>
              <a:t/>
            </a:r>
            <a:endParaRPr/>
          </a:p>
          <a:p>
            <a:pPr indent="0" lvl="0" marL="0" rtl="0" algn="l">
              <a:spcBef>
                <a:spcPts val="1200"/>
              </a:spcBef>
              <a:spcAft>
                <a:spcPts val="1200"/>
              </a:spcAft>
              <a:buNone/>
            </a:pPr>
            <a:r>
              <a:rPr lang="en"/>
              <a:t>SESSION KEY</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 name="Shape 79"/>
        <p:cNvGrpSpPr/>
        <p:nvPr/>
      </p:nvGrpSpPr>
      <p:grpSpPr>
        <a:xfrm>
          <a:off x="0" y="0"/>
          <a:ext cx="0" cy="0"/>
          <a:chOff x="0" y="0"/>
          <a:chExt cx="0" cy="0"/>
        </a:xfrm>
      </p:grpSpPr>
      <p:sp>
        <p:nvSpPr>
          <p:cNvPr id="80" name="Google Shape;80;p17"/>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Asymmetric</a:t>
            </a:r>
            <a:r>
              <a:rPr lang="en"/>
              <a:t> vs symmetric</a:t>
            </a:r>
            <a:endParaRPr/>
          </a:p>
        </p:txBody>
      </p:sp>
      <p:sp>
        <p:nvSpPr>
          <p:cNvPr id="81" name="Google Shape;81;p17"/>
          <p:cNvSpPr txBox="1"/>
          <p:nvPr>
            <p:ph idx="1" type="body"/>
          </p:nvPr>
        </p:nvSpPr>
        <p:spPr>
          <a:xfrm>
            <a:off x="311700" y="1228675"/>
            <a:ext cx="8520600" cy="3340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Asymmetric encryption involves two keys that are a pair.  Public/Private keypairs</a:t>
            </a:r>
            <a:endParaRPr/>
          </a:p>
          <a:p>
            <a:pPr indent="0" lvl="0" marL="0" rtl="0" algn="l">
              <a:spcBef>
                <a:spcPts val="1200"/>
              </a:spcBef>
              <a:spcAft>
                <a:spcPts val="0"/>
              </a:spcAft>
              <a:buNone/>
            </a:pPr>
            <a:r>
              <a:t/>
            </a:r>
            <a:endParaRPr/>
          </a:p>
          <a:p>
            <a:pPr indent="0" lvl="0" marL="0" rtl="0" algn="l">
              <a:spcBef>
                <a:spcPts val="1200"/>
              </a:spcBef>
              <a:spcAft>
                <a:spcPts val="1200"/>
              </a:spcAft>
              <a:buNone/>
            </a:pPr>
            <a:r>
              <a:rPr lang="en"/>
              <a:t>Symmetric has a single key, also known as a session key.  Diffie Hellman is responsible for setting up a session key or what you could call a one time s</a:t>
            </a:r>
            <a:r>
              <a:rPr lang="en"/>
              <a:t>ymmetric key.  </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 name="Shape 85"/>
        <p:cNvGrpSpPr/>
        <p:nvPr/>
      </p:nvGrpSpPr>
      <p:grpSpPr>
        <a:xfrm>
          <a:off x="0" y="0"/>
          <a:ext cx="0" cy="0"/>
          <a:chOff x="0" y="0"/>
          <a:chExt cx="0" cy="0"/>
        </a:xfrm>
      </p:grpSpPr>
      <p:sp>
        <p:nvSpPr>
          <p:cNvPr id="86" name="Google Shape;86;p18"/>
          <p:cNvSpPr txBox="1"/>
          <p:nvPr>
            <p:ph type="title"/>
          </p:nvPr>
        </p:nvSpPr>
        <p:spPr>
          <a:xfrm>
            <a:off x="311700" y="292850"/>
            <a:ext cx="8520600" cy="801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3600"/>
              <a:t>Be clear - secrecy vs authentication</a:t>
            </a:r>
            <a:endParaRPr sz="3600"/>
          </a:p>
        </p:txBody>
      </p:sp>
      <p:sp>
        <p:nvSpPr>
          <p:cNvPr id="87" name="Google Shape;87;p18"/>
          <p:cNvSpPr txBox="1"/>
          <p:nvPr>
            <p:ph idx="1" type="body"/>
          </p:nvPr>
        </p:nvSpPr>
        <p:spPr>
          <a:xfrm>
            <a:off x="311700" y="1228675"/>
            <a:ext cx="8520600" cy="33402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1200"/>
              </a:spcAft>
              <a:buNone/>
            </a:pPr>
            <a:r>
              <a:rPr lang="en" sz="3400"/>
              <a:t>The first step to any connection that is to be secure is </a:t>
            </a:r>
            <a:r>
              <a:rPr b="1" lang="en" sz="3400"/>
              <a:t>secrecy</a:t>
            </a:r>
            <a:r>
              <a:rPr lang="en" sz="3400"/>
              <a:t> and is handled by </a:t>
            </a:r>
            <a:r>
              <a:rPr b="1" lang="en" sz="3400"/>
              <a:t>Diffie Hellman</a:t>
            </a:r>
            <a:r>
              <a:rPr lang="en" sz="3400"/>
              <a:t>.  This step does not handle authentication on its own.  </a:t>
            </a:r>
            <a:r>
              <a:rPr lang="en" sz="3600"/>
              <a:t>   </a:t>
            </a:r>
            <a:endParaRPr sz="3600"/>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sp>
        <p:nvSpPr>
          <p:cNvPr id="92" name="Google Shape;92;p19"/>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Visual</a:t>
            </a:r>
            <a:endParaRPr/>
          </a:p>
        </p:txBody>
      </p:sp>
      <p:sp>
        <p:nvSpPr>
          <p:cNvPr id="93" name="Google Shape;93;p19"/>
          <p:cNvSpPr txBox="1"/>
          <p:nvPr>
            <p:ph idx="1" type="body"/>
          </p:nvPr>
        </p:nvSpPr>
        <p:spPr>
          <a:xfrm>
            <a:off x="3369125" y="1152475"/>
            <a:ext cx="54633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Each and every time the client and the server generate brand new public/private key pairs for every new connection.  This provides </a:t>
            </a:r>
            <a:r>
              <a:rPr lang="en" u="sng">
                <a:solidFill>
                  <a:schemeClr val="hlink"/>
                </a:solidFill>
                <a:hlinkClick r:id="rId3"/>
              </a:rPr>
              <a:t>perfect forward secrecy</a:t>
            </a:r>
            <a:r>
              <a:rPr lang="en"/>
              <a:t>. Image: </a:t>
            </a:r>
            <a:r>
              <a:rPr lang="en" u="sng">
                <a:solidFill>
                  <a:schemeClr val="hlink"/>
                </a:solidFill>
                <a:hlinkClick r:id="rId4"/>
              </a:rPr>
              <a:t>Wikipedia</a:t>
            </a:r>
            <a:endParaRPr/>
          </a:p>
        </p:txBody>
      </p:sp>
      <p:pic>
        <p:nvPicPr>
          <p:cNvPr id="94" name="Google Shape;94;p19"/>
          <p:cNvPicPr preferRelativeResize="0"/>
          <p:nvPr/>
        </p:nvPicPr>
        <p:blipFill>
          <a:blip r:embed="rId5">
            <a:alphaModFix/>
          </a:blip>
          <a:stretch>
            <a:fillRect/>
          </a:stretch>
        </p:blipFill>
        <p:spPr>
          <a:xfrm>
            <a:off x="376102" y="1231150"/>
            <a:ext cx="2715000" cy="303740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 name="Shape 98"/>
        <p:cNvGrpSpPr/>
        <p:nvPr/>
      </p:nvGrpSpPr>
      <p:grpSpPr>
        <a:xfrm>
          <a:off x="0" y="0"/>
          <a:ext cx="0" cy="0"/>
          <a:chOff x="0" y="0"/>
          <a:chExt cx="0" cy="0"/>
        </a:xfrm>
      </p:grpSpPr>
      <p:sp>
        <p:nvSpPr>
          <p:cNvPr id="99" name="Google Shape;99;p20"/>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Don’t get distracted</a:t>
            </a:r>
            <a:endParaRPr/>
          </a:p>
        </p:txBody>
      </p:sp>
      <p:sp>
        <p:nvSpPr>
          <p:cNvPr id="100" name="Google Shape;100;p20"/>
          <p:cNvSpPr txBox="1"/>
          <p:nvPr>
            <p:ph idx="1" type="body"/>
          </p:nvPr>
        </p:nvSpPr>
        <p:spPr>
          <a:xfrm>
            <a:off x="311700" y="1228675"/>
            <a:ext cx="8520600" cy="33402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I know you saw public/private keys.  Those have nothing to do with authentication.  Those are temporary keys and have zero to do with the next topic </a:t>
            </a:r>
            <a:r>
              <a:rPr b="1" lang="en"/>
              <a:t>authentication.</a:t>
            </a:r>
            <a:endParaRPr b="1"/>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 name="Shape 104"/>
        <p:cNvGrpSpPr/>
        <p:nvPr/>
      </p:nvGrpSpPr>
      <p:grpSpPr>
        <a:xfrm>
          <a:off x="0" y="0"/>
          <a:ext cx="0" cy="0"/>
          <a:chOff x="0" y="0"/>
          <a:chExt cx="0" cy="0"/>
        </a:xfrm>
      </p:grpSpPr>
      <p:sp>
        <p:nvSpPr>
          <p:cNvPr id="105" name="Google Shape;105;p21"/>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Recap Diffie Hellman - video</a:t>
            </a:r>
            <a:endParaRPr/>
          </a:p>
        </p:txBody>
      </p:sp>
      <p:sp>
        <p:nvSpPr>
          <p:cNvPr id="106" name="Google Shape;106;p21"/>
          <p:cNvSpPr txBox="1"/>
          <p:nvPr>
            <p:ph idx="1" type="body"/>
          </p:nvPr>
        </p:nvSpPr>
        <p:spPr>
          <a:xfrm>
            <a:off x="311700" y="1228675"/>
            <a:ext cx="8520600" cy="3340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u="sng">
                <a:solidFill>
                  <a:schemeClr val="hlink"/>
                </a:solidFill>
                <a:hlinkClick r:id="rId3"/>
              </a:rPr>
              <a:t>https://www.youtube.com/watch?v=d1KXDGgwIpA</a:t>
            </a:r>
            <a:endParaRPr/>
          </a:p>
          <a:p>
            <a:pPr indent="0" lvl="0" marL="0" rtl="0" algn="l">
              <a:spcBef>
                <a:spcPts val="1200"/>
              </a:spcBef>
              <a:spcAft>
                <a:spcPts val="0"/>
              </a:spcAft>
              <a:buNone/>
            </a:pPr>
            <a:r>
              <a:t/>
            </a:r>
            <a:endParaRPr/>
          </a:p>
          <a:p>
            <a:pPr indent="0" lvl="0" marL="0" rtl="0" algn="l">
              <a:spcBef>
                <a:spcPts val="1200"/>
              </a:spcBef>
              <a:spcAft>
                <a:spcPts val="1200"/>
              </a:spcAft>
              <a:buNone/>
            </a:pPr>
            <a:r>
              <a:rPr lang="en"/>
              <a:t>Been trying to explain for years, best video I’ve ever seen on the topic.</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 name="Shape 110"/>
        <p:cNvGrpSpPr/>
        <p:nvPr/>
      </p:nvGrpSpPr>
      <p:grpSpPr>
        <a:xfrm>
          <a:off x="0" y="0"/>
          <a:ext cx="0" cy="0"/>
          <a:chOff x="0" y="0"/>
          <a:chExt cx="0" cy="0"/>
        </a:xfrm>
      </p:grpSpPr>
      <p:sp>
        <p:nvSpPr>
          <p:cNvPr id="111" name="Google Shape;111;p22"/>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USER Native authentication</a:t>
            </a:r>
            <a:endParaRPr/>
          </a:p>
        </p:txBody>
      </p:sp>
      <p:sp>
        <p:nvSpPr>
          <p:cNvPr id="112" name="Google Shape;112;p22"/>
          <p:cNvSpPr txBox="1"/>
          <p:nvPr>
            <p:ph idx="1" type="body"/>
          </p:nvPr>
        </p:nvSpPr>
        <p:spPr>
          <a:xfrm>
            <a:off x="311700" y="1228675"/>
            <a:ext cx="8520600" cy="33402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Username and password</a:t>
            </a:r>
            <a:endParaRPr/>
          </a:p>
          <a:p>
            <a:pPr indent="-342900" lvl="0" marL="457200" rtl="0" algn="l">
              <a:spcBef>
                <a:spcPts val="0"/>
              </a:spcBef>
              <a:spcAft>
                <a:spcPts val="0"/>
              </a:spcAft>
              <a:buSzPts val="1800"/>
              <a:buChar char="●"/>
            </a:pPr>
            <a:r>
              <a:rPr lang="en"/>
              <a:t>Username and key pair</a:t>
            </a:r>
            <a:endParaRPr/>
          </a:p>
          <a:p>
            <a:pPr indent="-342900" lvl="0" marL="457200" rtl="0" algn="l">
              <a:spcBef>
                <a:spcPts val="0"/>
              </a:spcBef>
              <a:spcAft>
                <a:spcPts val="0"/>
              </a:spcAft>
              <a:buSzPts val="1800"/>
              <a:buChar char="●"/>
            </a:pPr>
            <a:r>
              <a:rPr lang="en"/>
              <a:t>Username, password AND key pair 2FA</a:t>
            </a:r>
            <a:endParaRPr/>
          </a:p>
          <a:p>
            <a:pPr indent="-342900" lvl="0" marL="457200" rtl="0" algn="l">
              <a:spcBef>
                <a:spcPts val="0"/>
              </a:spcBef>
              <a:spcAft>
                <a:spcPts val="0"/>
              </a:spcAft>
              <a:buSzPts val="1800"/>
              <a:buChar char="●"/>
            </a:pPr>
            <a:r>
              <a:rPr lang="en"/>
              <a:t>But if we dig into the realm of </a:t>
            </a:r>
            <a:r>
              <a:rPr lang="en" u="sng">
                <a:solidFill>
                  <a:schemeClr val="hlink"/>
                </a:solidFill>
                <a:hlinkClick r:id="rId3"/>
              </a:rPr>
              <a:t>PAM</a:t>
            </a:r>
            <a:r>
              <a:rPr lang="en"/>
              <a:t> or Linux </a:t>
            </a:r>
            <a:r>
              <a:rPr b="1" lang="en"/>
              <a:t>P</a:t>
            </a:r>
            <a:r>
              <a:rPr lang="en"/>
              <a:t>luggable </a:t>
            </a:r>
            <a:r>
              <a:rPr b="1" lang="en"/>
              <a:t>A</a:t>
            </a:r>
            <a:r>
              <a:rPr lang="en"/>
              <a:t>uthentication </a:t>
            </a:r>
            <a:r>
              <a:rPr b="1" lang="en"/>
              <a:t>M</a:t>
            </a:r>
            <a:r>
              <a:rPr lang="en"/>
              <a:t>odules then we can extend SSH authentication capabilities</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sp>
        <p:nvSpPr>
          <p:cNvPr id="117" name="Google Shape;117;p23"/>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SSH using PAM plugins</a:t>
            </a:r>
            <a:endParaRPr/>
          </a:p>
        </p:txBody>
      </p:sp>
      <p:sp>
        <p:nvSpPr>
          <p:cNvPr id="118" name="Google Shape;118;p23"/>
          <p:cNvSpPr txBox="1"/>
          <p:nvPr>
            <p:ph idx="1" type="body"/>
          </p:nvPr>
        </p:nvSpPr>
        <p:spPr>
          <a:xfrm>
            <a:off x="311700" y="1228675"/>
            <a:ext cx="8520600" cy="33402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u="sng">
                <a:solidFill>
                  <a:schemeClr val="hlink"/>
                </a:solidFill>
                <a:hlinkClick r:id="rId3"/>
              </a:rPr>
              <a:t>Google Authenticator</a:t>
            </a:r>
            <a:r>
              <a:rPr lang="en"/>
              <a:t> </a:t>
            </a:r>
            <a:endParaRPr/>
          </a:p>
          <a:p>
            <a:pPr indent="-342900" lvl="0" marL="457200" rtl="0" algn="l">
              <a:spcBef>
                <a:spcPts val="0"/>
              </a:spcBef>
              <a:spcAft>
                <a:spcPts val="0"/>
              </a:spcAft>
              <a:buSzPts val="1800"/>
              <a:buChar char="●"/>
            </a:pPr>
            <a:r>
              <a:rPr lang="en"/>
              <a:t>Using a </a:t>
            </a:r>
            <a:r>
              <a:rPr lang="en" u="sng">
                <a:solidFill>
                  <a:schemeClr val="hlink"/>
                </a:solidFill>
                <a:hlinkClick r:id="rId4"/>
              </a:rPr>
              <a:t>Yubikey!</a:t>
            </a:r>
            <a:endParaRPr/>
          </a:p>
          <a:p>
            <a:pPr indent="-342900" lvl="0" marL="457200" rtl="0" algn="l">
              <a:spcBef>
                <a:spcPts val="0"/>
              </a:spcBef>
              <a:spcAft>
                <a:spcPts val="0"/>
              </a:spcAft>
              <a:buSzPts val="1800"/>
              <a:buChar char="●"/>
            </a:pPr>
            <a:r>
              <a:rPr lang="en"/>
              <a:t>Use just a </a:t>
            </a:r>
            <a:r>
              <a:rPr lang="en" u="sng">
                <a:solidFill>
                  <a:schemeClr val="hlink"/>
                </a:solidFill>
                <a:hlinkClick r:id="rId5"/>
              </a:rPr>
              <a:t>plain USB drive</a:t>
            </a:r>
            <a:endParaRPr/>
          </a:p>
          <a:p>
            <a:pPr indent="0" lvl="0" marL="457200" rtl="0" algn="l">
              <a:spcBef>
                <a:spcPts val="1200"/>
              </a:spcBef>
              <a:spcAft>
                <a:spcPts val="0"/>
              </a:spcAft>
              <a:buNone/>
            </a:pPr>
            <a:r>
              <a:t/>
            </a:r>
            <a:endParaRPr/>
          </a:p>
          <a:p>
            <a:pPr indent="0" lvl="0" marL="457200" rtl="0" algn="l">
              <a:spcBef>
                <a:spcPts val="1200"/>
              </a:spcBef>
              <a:spcAft>
                <a:spcPts val="1200"/>
              </a:spcAft>
              <a:buNone/>
            </a:pPr>
            <a:r>
              <a:rPr lang="en"/>
              <a:t>Search around, let me know if you find something else.</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p24"/>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Two way authentication</a:t>
            </a:r>
            <a:endParaRPr/>
          </a:p>
        </p:txBody>
      </p:sp>
      <p:sp>
        <p:nvSpPr>
          <p:cNvPr id="124" name="Google Shape;124;p24"/>
          <p:cNvSpPr txBox="1"/>
          <p:nvPr>
            <p:ph idx="1" type="body"/>
          </p:nvPr>
        </p:nvSpPr>
        <p:spPr>
          <a:xfrm>
            <a:off x="311700" y="1228675"/>
            <a:ext cx="8520600" cy="33402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Why?</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sp>
        <p:nvSpPr>
          <p:cNvPr id="129" name="Google Shape;129;p25"/>
          <p:cNvSpPr txBox="1"/>
          <p:nvPr>
            <p:ph type="title"/>
          </p:nvPr>
        </p:nvSpPr>
        <p:spPr>
          <a:xfrm>
            <a:off x="311700" y="292850"/>
            <a:ext cx="8520600" cy="801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3300"/>
              <a:t>For Man In the Middle Attacks of course!</a:t>
            </a:r>
            <a:endParaRPr sz="3300"/>
          </a:p>
        </p:txBody>
      </p:sp>
      <p:sp>
        <p:nvSpPr>
          <p:cNvPr id="130" name="Google Shape;130;p25"/>
          <p:cNvSpPr txBox="1"/>
          <p:nvPr>
            <p:ph idx="1" type="body"/>
          </p:nvPr>
        </p:nvSpPr>
        <p:spPr>
          <a:xfrm>
            <a:off x="311700" y="1228675"/>
            <a:ext cx="8520600" cy="3340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Bugs Bunny			Donald Duck		Rabbit-HQ</a:t>
            </a:r>
            <a:endParaRPr/>
          </a:p>
          <a:p>
            <a:pPr indent="0" lvl="0" marL="0" rtl="0" algn="l">
              <a:spcBef>
                <a:spcPts val="1200"/>
              </a:spcBef>
              <a:spcAft>
                <a:spcPts val="0"/>
              </a:spcAft>
              <a:buNone/>
            </a:pPr>
            <a:r>
              <a:t/>
            </a:r>
            <a:endParaRPr/>
          </a:p>
          <a:p>
            <a:pPr indent="0" lvl="0" marL="0" rtl="0" algn="l">
              <a:spcBef>
                <a:spcPts val="1200"/>
              </a:spcBef>
              <a:spcAft>
                <a:spcPts val="0"/>
              </a:spcAft>
              <a:buNone/>
            </a:pPr>
            <a:r>
              <a:rPr lang="en"/>
              <a:t>Donald Duck could establish two connections</a:t>
            </a:r>
            <a:endParaRPr/>
          </a:p>
          <a:p>
            <a:pPr indent="-342900" lvl="0" marL="457200" rtl="0" algn="l">
              <a:spcBef>
                <a:spcPts val="1200"/>
              </a:spcBef>
              <a:spcAft>
                <a:spcPts val="0"/>
              </a:spcAft>
              <a:buSzPts val="1800"/>
              <a:buAutoNum type="arabicParenR"/>
            </a:pPr>
            <a:r>
              <a:rPr lang="en"/>
              <a:t>Between Bugs Bunny and Donald Duck</a:t>
            </a:r>
            <a:endParaRPr/>
          </a:p>
          <a:p>
            <a:pPr indent="-342900" lvl="0" marL="457200" rtl="0" algn="l">
              <a:spcBef>
                <a:spcPts val="0"/>
              </a:spcBef>
              <a:spcAft>
                <a:spcPts val="0"/>
              </a:spcAft>
              <a:buSzPts val="1800"/>
              <a:buAutoNum type="arabicParenR"/>
            </a:pPr>
            <a:r>
              <a:rPr lang="en"/>
              <a:t>Between Donald Duck and Rabbit-HQ</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 name="Shape 134"/>
        <p:cNvGrpSpPr/>
        <p:nvPr/>
      </p:nvGrpSpPr>
      <p:grpSpPr>
        <a:xfrm>
          <a:off x="0" y="0"/>
          <a:ext cx="0" cy="0"/>
          <a:chOff x="0" y="0"/>
          <a:chExt cx="0" cy="0"/>
        </a:xfrm>
      </p:grpSpPr>
      <p:sp>
        <p:nvSpPr>
          <p:cNvPr id="135" name="Google Shape;135;p26"/>
          <p:cNvSpPr txBox="1"/>
          <p:nvPr>
            <p:ph type="title"/>
          </p:nvPr>
        </p:nvSpPr>
        <p:spPr>
          <a:xfrm>
            <a:off x="311700" y="292850"/>
            <a:ext cx="8520600" cy="801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3300"/>
              <a:t>For Man In the Middle Attacks of course!</a:t>
            </a:r>
            <a:endParaRPr sz="3300"/>
          </a:p>
        </p:txBody>
      </p:sp>
      <p:sp>
        <p:nvSpPr>
          <p:cNvPr id="136" name="Google Shape;136;p26"/>
          <p:cNvSpPr txBox="1"/>
          <p:nvPr>
            <p:ph idx="1" type="body"/>
          </p:nvPr>
        </p:nvSpPr>
        <p:spPr>
          <a:xfrm>
            <a:off x="311700" y="1228675"/>
            <a:ext cx="8520600" cy="3340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Bugs Bunny			Donald Duck		Rabbit-HQ</a:t>
            </a:r>
            <a:endParaRPr/>
          </a:p>
          <a:p>
            <a:pPr indent="0" lvl="0" marL="0" rtl="0" algn="l">
              <a:spcBef>
                <a:spcPts val="1200"/>
              </a:spcBef>
              <a:spcAft>
                <a:spcPts val="0"/>
              </a:spcAft>
              <a:buNone/>
            </a:pPr>
            <a:r>
              <a:t/>
            </a:r>
            <a:endParaRPr/>
          </a:p>
          <a:p>
            <a:pPr indent="0" lvl="0" marL="0" rtl="0" algn="l">
              <a:spcBef>
                <a:spcPts val="1200"/>
              </a:spcBef>
              <a:spcAft>
                <a:spcPts val="1200"/>
              </a:spcAft>
              <a:buNone/>
            </a:pPr>
            <a:r>
              <a:rPr lang="en"/>
              <a:t>If we did not use any server authentication Bugs Bunny would have NO IDEA that Donald Duck was forwarding packets on behalf of Rabbit-HQ</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 name="Shape 140"/>
        <p:cNvGrpSpPr/>
        <p:nvPr/>
      </p:nvGrpSpPr>
      <p:grpSpPr>
        <a:xfrm>
          <a:off x="0" y="0"/>
          <a:ext cx="0" cy="0"/>
          <a:chOff x="0" y="0"/>
          <a:chExt cx="0" cy="0"/>
        </a:xfrm>
      </p:grpSpPr>
      <p:sp>
        <p:nvSpPr>
          <p:cNvPr id="141" name="Google Shape;141;p27"/>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Viewing the servers public key</a:t>
            </a:r>
            <a:endParaRPr/>
          </a:p>
        </p:txBody>
      </p:sp>
      <p:sp>
        <p:nvSpPr>
          <p:cNvPr id="142" name="Google Shape;142;p27"/>
          <p:cNvSpPr txBox="1"/>
          <p:nvPr>
            <p:ph idx="1" type="body"/>
          </p:nvPr>
        </p:nvSpPr>
        <p:spPr>
          <a:xfrm>
            <a:off x="311700" y="1228675"/>
            <a:ext cx="8520600" cy="3340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1200"/>
              </a:spcAft>
              <a:buNone/>
            </a:pPr>
            <a:r>
              <a:rPr lang="en"/>
              <a:t>Note: Some say pub, some do not.  </a:t>
            </a:r>
            <a:endParaRPr/>
          </a:p>
        </p:txBody>
      </p:sp>
      <p:pic>
        <p:nvPicPr>
          <p:cNvPr id="143" name="Google Shape;143;p27"/>
          <p:cNvPicPr preferRelativeResize="0"/>
          <p:nvPr/>
        </p:nvPicPr>
        <p:blipFill>
          <a:blip r:embed="rId3">
            <a:alphaModFix/>
          </a:blip>
          <a:stretch>
            <a:fillRect/>
          </a:stretch>
        </p:blipFill>
        <p:spPr>
          <a:xfrm>
            <a:off x="1346802" y="1059525"/>
            <a:ext cx="6009299" cy="2800675"/>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p28"/>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Viewing the servers public key</a:t>
            </a:r>
            <a:endParaRPr/>
          </a:p>
        </p:txBody>
      </p:sp>
      <p:sp>
        <p:nvSpPr>
          <p:cNvPr id="149" name="Google Shape;149;p28"/>
          <p:cNvSpPr txBox="1"/>
          <p:nvPr>
            <p:ph idx="1" type="body"/>
          </p:nvPr>
        </p:nvSpPr>
        <p:spPr>
          <a:xfrm>
            <a:off x="311700" y="1228675"/>
            <a:ext cx="8520600" cy="3340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1200"/>
              </a:spcAft>
              <a:buNone/>
            </a:pPr>
            <a:r>
              <a:rPr lang="en"/>
              <a:t>Note: There is also ecdsa, ed25519 &amp; rsa </a:t>
            </a:r>
            <a:endParaRPr/>
          </a:p>
        </p:txBody>
      </p:sp>
      <p:pic>
        <p:nvPicPr>
          <p:cNvPr id="150" name="Google Shape;150;p28"/>
          <p:cNvPicPr preferRelativeResize="0"/>
          <p:nvPr/>
        </p:nvPicPr>
        <p:blipFill>
          <a:blip r:embed="rId3">
            <a:alphaModFix/>
          </a:blip>
          <a:stretch>
            <a:fillRect/>
          </a:stretch>
        </p:blipFill>
        <p:spPr>
          <a:xfrm>
            <a:off x="1346802" y="1059525"/>
            <a:ext cx="6009299" cy="2800675"/>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 name="Shape 154"/>
        <p:cNvGrpSpPr/>
        <p:nvPr/>
      </p:nvGrpSpPr>
      <p:grpSpPr>
        <a:xfrm>
          <a:off x="0" y="0"/>
          <a:ext cx="0" cy="0"/>
          <a:chOff x="0" y="0"/>
          <a:chExt cx="0" cy="0"/>
        </a:xfrm>
      </p:grpSpPr>
      <p:sp>
        <p:nvSpPr>
          <p:cNvPr id="155" name="Google Shape;155;p29"/>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Let’s look at a file without pub</a:t>
            </a:r>
            <a:endParaRPr/>
          </a:p>
        </p:txBody>
      </p:sp>
      <p:sp>
        <p:nvSpPr>
          <p:cNvPr id="156" name="Google Shape;156;p29"/>
          <p:cNvSpPr txBox="1"/>
          <p:nvPr>
            <p:ph idx="1" type="body"/>
          </p:nvPr>
        </p:nvSpPr>
        <p:spPr>
          <a:xfrm>
            <a:off x="311700" y="1228675"/>
            <a:ext cx="8520600" cy="33402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It’s a private key!</a:t>
            </a:r>
            <a:endParaRPr/>
          </a:p>
        </p:txBody>
      </p:sp>
      <p:pic>
        <p:nvPicPr>
          <p:cNvPr id="157" name="Google Shape;157;p29"/>
          <p:cNvPicPr preferRelativeResize="0"/>
          <p:nvPr/>
        </p:nvPicPr>
        <p:blipFill>
          <a:blip r:embed="rId3">
            <a:alphaModFix/>
          </a:blip>
          <a:stretch>
            <a:fillRect/>
          </a:stretch>
        </p:blipFill>
        <p:spPr>
          <a:xfrm>
            <a:off x="750750" y="1918729"/>
            <a:ext cx="7139799" cy="130605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 name="Shape 161"/>
        <p:cNvGrpSpPr/>
        <p:nvPr/>
      </p:nvGrpSpPr>
      <p:grpSpPr>
        <a:xfrm>
          <a:off x="0" y="0"/>
          <a:ext cx="0" cy="0"/>
          <a:chOff x="0" y="0"/>
          <a:chExt cx="0" cy="0"/>
        </a:xfrm>
      </p:grpSpPr>
      <p:sp>
        <p:nvSpPr>
          <p:cNvPr id="162" name="Google Shape;162;p30"/>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Let’s look at a file with pub</a:t>
            </a:r>
            <a:endParaRPr/>
          </a:p>
        </p:txBody>
      </p:sp>
      <p:sp>
        <p:nvSpPr>
          <p:cNvPr id="163" name="Google Shape;163;p30"/>
          <p:cNvSpPr txBox="1"/>
          <p:nvPr>
            <p:ph idx="1" type="body"/>
          </p:nvPr>
        </p:nvSpPr>
        <p:spPr>
          <a:xfrm>
            <a:off x="311700" y="1228675"/>
            <a:ext cx="8520600" cy="3340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It’s a public key!</a:t>
            </a:r>
            <a:endParaRPr/>
          </a:p>
          <a:p>
            <a:pPr indent="0" lvl="0" marL="0" rtl="0" algn="l">
              <a:spcBef>
                <a:spcPts val="1200"/>
              </a:spcBef>
              <a:spcAft>
                <a:spcPts val="1200"/>
              </a:spcAft>
              <a:buNone/>
            </a:pPr>
            <a:r>
              <a:t/>
            </a:r>
            <a:endParaRPr/>
          </a:p>
        </p:txBody>
      </p:sp>
      <p:pic>
        <p:nvPicPr>
          <p:cNvPr id="164" name="Google Shape;164;p30"/>
          <p:cNvPicPr preferRelativeResize="0"/>
          <p:nvPr/>
        </p:nvPicPr>
        <p:blipFill>
          <a:blip r:embed="rId3">
            <a:alphaModFix/>
          </a:blip>
          <a:stretch>
            <a:fillRect/>
          </a:stretch>
        </p:blipFill>
        <p:spPr>
          <a:xfrm>
            <a:off x="1528763" y="1752600"/>
            <a:ext cx="6086475" cy="1638300"/>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 name="Shape 168"/>
        <p:cNvGrpSpPr/>
        <p:nvPr/>
      </p:nvGrpSpPr>
      <p:grpSpPr>
        <a:xfrm>
          <a:off x="0" y="0"/>
          <a:ext cx="0" cy="0"/>
          <a:chOff x="0" y="0"/>
          <a:chExt cx="0" cy="0"/>
        </a:xfrm>
      </p:grpSpPr>
      <p:sp>
        <p:nvSpPr>
          <p:cNvPr id="169" name="Google Shape;169;p31"/>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Why so many keys?</a:t>
            </a:r>
            <a:endParaRPr/>
          </a:p>
        </p:txBody>
      </p:sp>
      <p:sp>
        <p:nvSpPr>
          <p:cNvPr id="170" name="Google Shape;170;p31"/>
          <p:cNvSpPr txBox="1"/>
          <p:nvPr>
            <p:ph idx="1" type="body"/>
          </p:nvPr>
        </p:nvSpPr>
        <p:spPr>
          <a:xfrm>
            <a:off x="311700" y="1228675"/>
            <a:ext cx="8520600" cy="33402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Noticed there was key pairs for </a:t>
            </a:r>
            <a:r>
              <a:rPr lang="en"/>
              <a:t>ecdsa, ed25519 &amp; rsa.  You only need to authenticate with </a:t>
            </a:r>
            <a:r>
              <a:rPr b="1" lang="en"/>
              <a:t>one</a:t>
            </a:r>
            <a:r>
              <a:rPr lang="en"/>
              <a:t> but multiple key pairs are used because servers </a:t>
            </a:r>
            <a:r>
              <a:rPr b="1" lang="en"/>
              <a:t>typically offer multiple types of keys</a:t>
            </a:r>
            <a:endParaRPr b="1"/>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 name="Shape 174"/>
        <p:cNvGrpSpPr/>
        <p:nvPr/>
      </p:nvGrpSpPr>
      <p:grpSpPr>
        <a:xfrm>
          <a:off x="0" y="0"/>
          <a:ext cx="0" cy="0"/>
          <a:chOff x="0" y="0"/>
          <a:chExt cx="0" cy="0"/>
        </a:xfrm>
      </p:grpSpPr>
      <p:sp>
        <p:nvSpPr>
          <p:cNvPr id="175" name="Google Shape;175;p32"/>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Remember this warning</a:t>
            </a:r>
            <a:endParaRPr/>
          </a:p>
        </p:txBody>
      </p:sp>
      <p:sp>
        <p:nvSpPr>
          <p:cNvPr id="176" name="Google Shape;176;p32"/>
          <p:cNvSpPr txBox="1"/>
          <p:nvPr>
            <p:ph idx="1" type="body"/>
          </p:nvPr>
        </p:nvSpPr>
        <p:spPr>
          <a:xfrm>
            <a:off x="311700" y="1152475"/>
            <a:ext cx="35508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You get this warning when you first connect.  This is a mapping between a host and its stored hash.</a:t>
            </a:r>
            <a:endParaRPr/>
          </a:p>
        </p:txBody>
      </p:sp>
      <p:pic>
        <p:nvPicPr>
          <p:cNvPr id="177" name="Google Shape;177;p32"/>
          <p:cNvPicPr preferRelativeResize="0"/>
          <p:nvPr/>
        </p:nvPicPr>
        <p:blipFill>
          <a:blip r:embed="rId3">
            <a:alphaModFix/>
          </a:blip>
          <a:stretch>
            <a:fillRect/>
          </a:stretch>
        </p:blipFill>
        <p:spPr>
          <a:xfrm>
            <a:off x="3862413" y="1247238"/>
            <a:ext cx="4886325" cy="2828925"/>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 name="Shape 181"/>
        <p:cNvGrpSpPr/>
        <p:nvPr/>
      </p:nvGrpSpPr>
      <p:grpSpPr>
        <a:xfrm>
          <a:off x="0" y="0"/>
          <a:ext cx="0" cy="0"/>
          <a:chOff x="0" y="0"/>
          <a:chExt cx="0" cy="0"/>
        </a:xfrm>
      </p:grpSpPr>
      <p:sp>
        <p:nvSpPr>
          <p:cNvPr id="182" name="Google Shape;182;p33"/>
          <p:cNvSpPr txBox="1"/>
          <p:nvPr>
            <p:ph type="title"/>
          </p:nvPr>
        </p:nvSpPr>
        <p:spPr>
          <a:xfrm>
            <a:off x="311700" y="292850"/>
            <a:ext cx="8520600" cy="801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3300"/>
              <a:t>First time connecting</a:t>
            </a:r>
            <a:endParaRPr sz="3300"/>
          </a:p>
        </p:txBody>
      </p:sp>
      <p:sp>
        <p:nvSpPr>
          <p:cNvPr id="183" name="Google Shape;183;p33"/>
          <p:cNvSpPr txBox="1"/>
          <p:nvPr>
            <p:ph idx="1" type="body"/>
          </p:nvPr>
        </p:nvSpPr>
        <p:spPr>
          <a:xfrm>
            <a:off x="311700" y="1228675"/>
            <a:ext cx="8520600" cy="3340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Bugs Bunny			Donald Duck		Rabbit-HQ</a:t>
            </a:r>
            <a:endParaRPr/>
          </a:p>
          <a:p>
            <a:pPr indent="0" lvl="0" marL="0" rtl="0" algn="l">
              <a:spcBef>
                <a:spcPts val="1200"/>
              </a:spcBef>
              <a:spcAft>
                <a:spcPts val="0"/>
              </a:spcAft>
              <a:buNone/>
            </a:pPr>
            <a:r>
              <a:t/>
            </a:r>
            <a:endParaRPr/>
          </a:p>
          <a:p>
            <a:pPr indent="0" lvl="0" marL="457200" rtl="0" algn="l">
              <a:spcBef>
                <a:spcPts val="1200"/>
              </a:spcBef>
              <a:spcAft>
                <a:spcPts val="1200"/>
              </a:spcAft>
              <a:buNone/>
            </a:pPr>
            <a:r>
              <a:rPr lang="en"/>
              <a:t>Say this is your first time connecting to Rabbit-HQ.  You would accept the server’s public key, but you would have NO IDEA that this was actually Donald Duck doing a MITM attack.</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p34"/>
          <p:cNvSpPr txBox="1"/>
          <p:nvPr>
            <p:ph type="title"/>
          </p:nvPr>
        </p:nvSpPr>
        <p:spPr>
          <a:xfrm>
            <a:off x="311700" y="292850"/>
            <a:ext cx="8520600" cy="801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3300"/>
              <a:t>First time connecting</a:t>
            </a:r>
            <a:endParaRPr sz="3300"/>
          </a:p>
        </p:txBody>
      </p:sp>
      <p:sp>
        <p:nvSpPr>
          <p:cNvPr id="189" name="Google Shape;189;p34"/>
          <p:cNvSpPr txBox="1"/>
          <p:nvPr>
            <p:ph idx="1" type="body"/>
          </p:nvPr>
        </p:nvSpPr>
        <p:spPr>
          <a:xfrm>
            <a:off x="311700" y="1228675"/>
            <a:ext cx="8520600" cy="3340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Bugs Bunny			Donald Duck		Rabbit-HQ</a:t>
            </a:r>
            <a:endParaRPr/>
          </a:p>
          <a:p>
            <a:pPr indent="0" lvl="0" marL="0" rtl="0" algn="l">
              <a:spcBef>
                <a:spcPts val="1200"/>
              </a:spcBef>
              <a:spcAft>
                <a:spcPts val="0"/>
              </a:spcAft>
              <a:buNone/>
            </a:pPr>
            <a:r>
              <a:t/>
            </a:r>
            <a:endParaRPr/>
          </a:p>
          <a:p>
            <a:pPr indent="0" lvl="0" marL="457200" rtl="0" algn="l">
              <a:spcBef>
                <a:spcPts val="1200"/>
              </a:spcBef>
              <a:spcAft>
                <a:spcPts val="1200"/>
              </a:spcAft>
              <a:buNone/>
            </a:pPr>
            <a:r>
              <a:rPr lang="en"/>
              <a:t>HOWEVER, if you had previously connected to Rabbit-HQ and stored the hash of Rabbit-HQ public key in your known hosts then Donald Duck could not impersonate Rabbit-HQ.</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 name="Shape 193"/>
        <p:cNvGrpSpPr/>
        <p:nvPr/>
      </p:nvGrpSpPr>
      <p:grpSpPr>
        <a:xfrm>
          <a:off x="0" y="0"/>
          <a:ext cx="0" cy="0"/>
          <a:chOff x="0" y="0"/>
          <a:chExt cx="0" cy="0"/>
        </a:xfrm>
      </p:grpSpPr>
      <p:sp>
        <p:nvSpPr>
          <p:cNvPr id="194" name="Google Shape;194;p35"/>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There are limits</a:t>
            </a:r>
            <a:endParaRPr/>
          </a:p>
        </p:txBody>
      </p:sp>
      <p:sp>
        <p:nvSpPr>
          <p:cNvPr id="195" name="Google Shape;195;p35"/>
          <p:cNvSpPr txBox="1"/>
          <p:nvPr>
            <p:ph idx="1" type="body"/>
          </p:nvPr>
        </p:nvSpPr>
        <p:spPr>
          <a:xfrm>
            <a:off x="311700" y="1228675"/>
            <a:ext cx="8520600" cy="33402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If you absolutely need to make first time connections with the least amount of MITM attack possible then SSH is </a:t>
            </a:r>
            <a:r>
              <a:rPr b="1" lang="en"/>
              <a:t>not the right choice. </a:t>
            </a:r>
            <a:r>
              <a:rPr lang="en"/>
              <a:t>This is where you would employ a certificate authority. SSH </a:t>
            </a:r>
            <a:r>
              <a:rPr lang="en" u="sng">
                <a:solidFill>
                  <a:schemeClr val="hlink"/>
                </a:solidFill>
                <a:hlinkClick r:id="rId3"/>
              </a:rPr>
              <a:t>does support a CA</a:t>
            </a:r>
            <a:r>
              <a:rPr lang="en"/>
              <a:t> but that needs to be guarded very, very well.</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9" name="Shape 199"/>
        <p:cNvGrpSpPr/>
        <p:nvPr/>
      </p:nvGrpSpPr>
      <p:grpSpPr>
        <a:xfrm>
          <a:off x="0" y="0"/>
          <a:ext cx="0" cy="0"/>
          <a:chOff x="0" y="0"/>
          <a:chExt cx="0" cy="0"/>
        </a:xfrm>
      </p:grpSpPr>
      <p:sp>
        <p:nvSpPr>
          <p:cNvPr id="200" name="Google Shape;200;p36"/>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Native authentication</a:t>
            </a:r>
            <a:endParaRPr/>
          </a:p>
        </p:txBody>
      </p:sp>
      <p:sp>
        <p:nvSpPr>
          <p:cNvPr id="201" name="Google Shape;201;p36"/>
          <p:cNvSpPr txBox="1"/>
          <p:nvPr>
            <p:ph idx="1" type="body"/>
          </p:nvPr>
        </p:nvSpPr>
        <p:spPr>
          <a:xfrm>
            <a:off x="311700" y="1228675"/>
            <a:ext cx="8520600" cy="33402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Last lab you configured username and password authentication.  A popular way to authenticate is with key pairs. We discussed authenticating that the server is who the server still is, but this authentication is about the </a:t>
            </a:r>
            <a:r>
              <a:rPr b="1" lang="en"/>
              <a:t>user</a:t>
            </a:r>
            <a:r>
              <a:rPr lang="en"/>
              <a:t> proving they are who they say they are.</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5" name="Shape 205"/>
        <p:cNvGrpSpPr/>
        <p:nvPr/>
      </p:nvGrpSpPr>
      <p:grpSpPr>
        <a:xfrm>
          <a:off x="0" y="0"/>
          <a:ext cx="0" cy="0"/>
          <a:chOff x="0" y="0"/>
          <a:chExt cx="0" cy="0"/>
        </a:xfrm>
      </p:grpSpPr>
      <p:sp>
        <p:nvSpPr>
          <p:cNvPr id="206" name="Google Shape;206;p37"/>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Easy vs thoroughly learning</a:t>
            </a:r>
            <a:endParaRPr/>
          </a:p>
        </p:txBody>
      </p:sp>
      <p:sp>
        <p:nvSpPr>
          <p:cNvPr id="207" name="Google Shape;207;p37"/>
          <p:cNvSpPr txBox="1"/>
          <p:nvPr>
            <p:ph idx="1" type="body"/>
          </p:nvPr>
        </p:nvSpPr>
        <p:spPr>
          <a:xfrm>
            <a:off x="311700" y="1228675"/>
            <a:ext cx="8520600" cy="33402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There are scripts that handle the majority of key </a:t>
            </a:r>
            <a:r>
              <a:rPr lang="en"/>
              <a:t>management</a:t>
            </a:r>
            <a:r>
              <a:rPr lang="en"/>
              <a:t> that we’ll keep hush hush. Goal here is to learn what the keys are and where they go.</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1" name="Shape 211"/>
        <p:cNvGrpSpPr/>
        <p:nvPr/>
      </p:nvGrpSpPr>
      <p:grpSpPr>
        <a:xfrm>
          <a:off x="0" y="0"/>
          <a:ext cx="0" cy="0"/>
          <a:chOff x="0" y="0"/>
          <a:chExt cx="0" cy="0"/>
        </a:xfrm>
      </p:grpSpPr>
      <p:sp>
        <p:nvSpPr>
          <p:cNvPr id="212" name="Google Shape;212;p38"/>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Key creation - passphrase</a:t>
            </a:r>
            <a:endParaRPr/>
          </a:p>
        </p:txBody>
      </p:sp>
      <p:sp>
        <p:nvSpPr>
          <p:cNvPr id="213" name="Google Shape;213;p38"/>
          <p:cNvSpPr txBox="1"/>
          <p:nvPr>
            <p:ph idx="1" type="body"/>
          </p:nvPr>
        </p:nvSpPr>
        <p:spPr>
          <a:xfrm>
            <a:off x="311700" y="2028500"/>
            <a:ext cx="8568900" cy="27720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1200"/>
              </a:spcAft>
              <a:buNone/>
            </a:pPr>
            <a:r>
              <a:rPr lang="en" sz="3100"/>
              <a:t>Putting a passphrase on a private key is in the case of theft of key.  Without a passphrase someone can use your key immediately, but with a key they will need to begin brute force attacking. This buys you time to revoke the key.</a:t>
            </a:r>
            <a:endParaRPr sz="3100"/>
          </a:p>
        </p:txBody>
      </p:sp>
      <p:pic>
        <p:nvPicPr>
          <p:cNvPr id="214" name="Google Shape;214;p38"/>
          <p:cNvPicPr preferRelativeResize="0"/>
          <p:nvPr/>
        </p:nvPicPr>
        <p:blipFill>
          <a:blip r:embed="rId3">
            <a:alphaModFix/>
          </a:blip>
          <a:stretch>
            <a:fillRect/>
          </a:stretch>
        </p:blipFill>
        <p:spPr>
          <a:xfrm>
            <a:off x="1401875" y="955263"/>
            <a:ext cx="5048250" cy="1019175"/>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8" name="Shape 218"/>
        <p:cNvGrpSpPr/>
        <p:nvPr/>
      </p:nvGrpSpPr>
      <p:grpSpPr>
        <a:xfrm>
          <a:off x="0" y="0"/>
          <a:ext cx="0" cy="0"/>
          <a:chOff x="0" y="0"/>
          <a:chExt cx="0" cy="0"/>
        </a:xfrm>
      </p:grpSpPr>
      <p:sp>
        <p:nvSpPr>
          <p:cNvPr id="219" name="Google Shape;219;p39"/>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Key creation - passphrase</a:t>
            </a:r>
            <a:endParaRPr/>
          </a:p>
        </p:txBody>
      </p:sp>
      <p:sp>
        <p:nvSpPr>
          <p:cNvPr id="220" name="Google Shape;220;p39"/>
          <p:cNvSpPr txBox="1"/>
          <p:nvPr>
            <p:ph idx="1" type="body"/>
          </p:nvPr>
        </p:nvSpPr>
        <p:spPr>
          <a:xfrm>
            <a:off x="311700" y="1228675"/>
            <a:ext cx="8520600" cy="33402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Note: a passphrase on a private key is not an additional layer of authentication.  If you are using solely your private key to authenticate and put a passphrase you’ll need to enter that key password every time you use the key, but you’re still authenticating solely so that would </a:t>
            </a:r>
            <a:r>
              <a:rPr b="1" lang="en"/>
              <a:t>not</a:t>
            </a:r>
            <a:r>
              <a:rPr lang="en"/>
              <a:t> be 2FA.</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4" name="Shape 224"/>
        <p:cNvGrpSpPr/>
        <p:nvPr/>
      </p:nvGrpSpPr>
      <p:grpSpPr>
        <a:xfrm>
          <a:off x="0" y="0"/>
          <a:ext cx="0" cy="0"/>
          <a:chOff x="0" y="0"/>
          <a:chExt cx="0" cy="0"/>
        </a:xfrm>
      </p:grpSpPr>
      <p:sp>
        <p:nvSpPr>
          <p:cNvPr id="225" name="Google Shape;225;p40"/>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Final output</a:t>
            </a:r>
            <a:endParaRPr/>
          </a:p>
        </p:txBody>
      </p:sp>
      <p:sp>
        <p:nvSpPr>
          <p:cNvPr id="226" name="Google Shape;226;p40"/>
          <p:cNvSpPr txBox="1"/>
          <p:nvPr>
            <p:ph idx="1" type="body"/>
          </p:nvPr>
        </p:nvSpPr>
        <p:spPr>
          <a:xfrm>
            <a:off x="311700" y="1152475"/>
            <a:ext cx="34344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We have a final keypair with a key length of 4k</a:t>
            </a:r>
            <a:endParaRPr/>
          </a:p>
        </p:txBody>
      </p:sp>
      <p:pic>
        <p:nvPicPr>
          <p:cNvPr id="227" name="Google Shape;227;p40"/>
          <p:cNvPicPr preferRelativeResize="0"/>
          <p:nvPr/>
        </p:nvPicPr>
        <p:blipFill>
          <a:blip r:embed="rId3">
            <a:alphaModFix/>
          </a:blip>
          <a:stretch>
            <a:fillRect/>
          </a:stretch>
        </p:blipFill>
        <p:spPr>
          <a:xfrm>
            <a:off x="3745950" y="908475"/>
            <a:ext cx="5086350" cy="3619500"/>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1" name="Shape 231"/>
        <p:cNvGrpSpPr/>
        <p:nvPr/>
      </p:nvGrpSpPr>
      <p:grpSpPr>
        <a:xfrm>
          <a:off x="0" y="0"/>
          <a:ext cx="0" cy="0"/>
          <a:chOff x="0" y="0"/>
          <a:chExt cx="0" cy="0"/>
        </a:xfrm>
      </p:grpSpPr>
      <p:sp>
        <p:nvSpPr>
          <p:cNvPr id="232" name="Google Shape;232;p41"/>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The subdirectory .ssh</a:t>
            </a:r>
            <a:endParaRPr/>
          </a:p>
        </p:txBody>
      </p:sp>
      <p:sp>
        <p:nvSpPr>
          <p:cNvPr id="233" name="Google Shape;233;p41"/>
          <p:cNvSpPr txBox="1"/>
          <p:nvPr>
            <p:ph idx="1" type="body"/>
          </p:nvPr>
        </p:nvSpPr>
        <p:spPr>
          <a:xfrm>
            <a:off x="311700" y="1228675"/>
            <a:ext cx="8520600" cy="3340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Remember hidden directories start with a period, so .ssh is a hidden directory.</a:t>
            </a:r>
            <a:endParaRPr/>
          </a:p>
          <a:p>
            <a:pPr indent="0" lvl="0" marL="0" rtl="0" algn="l">
              <a:spcBef>
                <a:spcPts val="1200"/>
              </a:spcBef>
              <a:spcAft>
                <a:spcPts val="0"/>
              </a:spcAft>
              <a:buNone/>
            </a:pPr>
            <a:r>
              <a:t/>
            </a:r>
            <a:endParaRPr/>
          </a:p>
          <a:p>
            <a:pPr indent="0" lvl="0" marL="0" rtl="0" algn="l">
              <a:spcBef>
                <a:spcPts val="1200"/>
              </a:spcBef>
              <a:spcAft>
                <a:spcPts val="1200"/>
              </a:spcAft>
              <a:buNone/>
            </a:pPr>
            <a:r>
              <a:rPr lang="en"/>
              <a:t>We don’t hide files for security reasons, we hide files to be tidy.</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7" name="Shape 237"/>
        <p:cNvGrpSpPr/>
        <p:nvPr/>
      </p:nvGrpSpPr>
      <p:grpSpPr>
        <a:xfrm>
          <a:off x="0" y="0"/>
          <a:ext cx="0" cy="0"/>
          <a:chOff x="0" y="0"/>
          <a:chExt cx="0" cy="0"/>
        </a:xfrm>
      </p:grpSpPr>
      <p:sp>
        <p:nvSpPr>
          <p:cNvPr id="238" name="Google Shape;238;p42"/>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These files look familar? </a:t>
            </a:r>
            <a:endParaRPr/>
          </a:p>
        </p:txBody>
      </p:sp>
      <p:sp>
        <p:nvSpPr>
          <p:cNvPr id="239" name="Google Shape;239;p42"/>
          <p:cNvSpPr txBox="1"/>
          <p:nvPr>
            <p:ph idx="1" type="body"/>
          </p:nvPr>
        </p:nvSpPr>
        <p:spPr>
          <a:xfrm>
            <a:off x="311700" y="1228675"/>
            <a:ext cx="8520600" cy="3340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The pub and non-pub should look similar to the host key files.</a:t>
            </a:r>
            <a:endParaRPr/>
          </a:p>
          <a:p>
            <a:pPr indent="0" lvl="0" marL="0" rtl="0" algn="l">
              <a:spcBef>
                <a:spcPts val="1200"/>
              </a:spcBef>
              <a:spcAft>
                <a:spcPts val="1200"/>
              </a:spcAft>
              <a:buNone/>
            </a:pPr>
            <a:r>
              <a:t/>
            </a:r>
            <a:endParaRPr/>
          </a:p>
        </p:txBody>
      </p:sp>
      <p:pic>
        <p:nvPicPr>
          <p:cNvPr id="240" name="Google Shape;240;p42"/>
          <p:cNvPicPr preferRelativeResize="0"/>
          <p:nvPr/>
        </p:nvPicPr>
        <p:blipFill>
          <a:blip r:embed="rId3">
            <a:alphaModFix/>
          </a:blip>
          <a:stretch>
            <a:fillRect/>
          </a:stretch>
        </p:blipFill>
        <p:spPr>
          <a:xfrm>
            <a:off x="2033138" y="2571750"/>
            <a:ext cx="4505325" cy="1390650"/>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4" name="Shape 244"/>
        <p:cNvGrpSpPr/>
        <p:nvPr/>
      </p:nvGrpSpPr>
      <p:grpSpPr>
        <a:xfrm>
          <a:off x="0" y="0"/>
          <a:ext cx="0" cy="0"/>
          <a:chOff x="0" y="0"/>
          <a:chExt cx="0" cy="0"/>
        </a:xfrm>
      </p:grpSpPr>
      <p:sp>
        <p:nvSpPr>
          <p:cNvPr id="245" name="Google Shape;245;p43"/>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id_rsa</a:t>
            </a:r>
            <a:endParaRPr/>
          </a:p>
        </p:txBody>
      </p:sp>
      <p:sp>
        <p:nvSpPr>
          <p:cNvPr id="246" name="Google Shape;246;p43"/>
          <p:cNvSpPr txBox="1"/>
          <p:nvPr>
            <p:ph idx="1" type="body"/>
          </p:nvPr>
        </p:nvSpPr>
        <p:spPr>
          <a:xfrm>
            <a:off x="311700" y="1228675"/>
            <a:ext cx="8520600" cy="3340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Private key</a:t>
            </a:r>
            <a:endParaRPr/>
          </a:p>
          <a:p>
            <a:pPr indent="0" lvl="0" marL="0" rtl="0" algn="l">
              <a:spcBef>
                <a:spcPts val="1200"/>
              </a:spcBef>
              <a:spcAft>
                <a:spcPts val="1200"/>
              </a:spcAft>
              <a:buNone/>
            </a:pPr>
            <a:r>
              <a:t/>
            </a:r>
            <a:endParaRPr/>
          </a:p>
        </p:txBody>
      </p:sp>
      <p:pic>
        <p:nvPicPr>
          <p:cNvPr id="247" name="Google Shape;247;p43"/>
          <p:cNvPicPr preferRelativeResize="0"/>
          <p:nvPr/>
        </p:nvPicPr>
        <p:blipFill>
          <a:blip r:embed="rId3">
            <a:alphaModFix/>
          </a:blip>
          <a:stretch>
            <a:fillRect/>
          </a:stretch>
        </p:blipFill>
        <p:spPr>
          <a:xfrm>
            <a:off x="1833563" y="2066925"/>
            <a:ext cx="5476875" cy="1009650"/>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1" name="Shape 251"/>
        <p:cNvGrpSpPr/>
        <p:nvPr/>
      </p:nvGrpSpPr>
      <p:grpSpPr>
        <a:xfrm>
          <a:off x="0" y="0"/>
          <a:ext cx="0" cy="0"/>
          <a:chOff x="0" y="0"/>
          <a:chExt cx="0" cy="0"/>
        </a:xfrm>
      </p:grpSpPr>
      <p:sp>
        <p:nvSpPr>
          <p:cNvPr id="252" name="Google Shape;252;p44"/>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id_rsa.pub</a:t>
            </a:r>
            <a:endParaRPr/>
          </a:p>
        </p:txBody>
      </p:sp>
      <p:sp>
        <p:nvSpPr>
          <p:cNvPr id="253" name="Google Shape;253;p44"/>
          <p:cNvSpPr txBox="1"/>
          <p:nvPr>
            <p:ph idx="1" type="body"/>
          </p:nvPr>
        </p:nvSpPr>
        <p:spPr>
          <a:xfrm>
            <a:off x="311700" y="1228675"/>
            <a:ext cx="8520600" cy="3340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Public key note the ssharpe at the end.  This is the </a:t>
            </a:r>
            <a:r>
              <a:rPr b="1" lang="en"/>
              <a:t>comment. </a:t>
            </a:r>
            <a:endParaRPr/>
          </a:p>
          <a:p>
            <a:pPr indent="0" lvl="0" marL="0" rtl="0" algn="l">
              <a:spcBef>
                <a:spcPts val="1200"/>
              </a:spcBef>
              <a:spcAft>
                <a:spcPts val="1200"/>
              </a:spcAft>
              <a:buNone/>
            </a:pPr>
            <a:r>
              <a:t/>
            </a:r>
            <a:endParaRPr/>
          </a:p>
        </p:txBody>
      </p:sp>
      <p:pic>
        <p:nvPicPr>
          <p:cNvPr id="254" name="Google Shape;254;p44"/>
          <p:cNvPicPr preferRelativeResize="0"/>
          <p:nvPr/>
        </p:nvPicPr>
        <p:blipFill>
          <a:blip r:embed="rId3">
            <a:alphaModFix/>
          </a:blip>
          <a:stretch>
            <a:fillRect/>
          </a:stretch>
        </p:blipFill>
        <p:spPr>
          <a:xfrm>
            <a:off x="1309400" y="2392413"/>
            <a:ext cx="6181725" cy="1857375"/>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8" name="Shape 258"/>
        <p:cNvGrpSpPr/>
        <p:nvPr/>
      </p:nvGrpSpPr>
      <p:grpSpPr>
        <a:xfrm>
          <a:off x="0" y="0"/>
          <a:ext cx="0" cy="0"/>
          <a:chOff x="0" y="0"/>
          <a:chExt cx="0" cy="0"/>
        </a:xfrm>
      </p:grpSpPr>
      <p:sp>
        <p:nvSpPr>
          <p:cNvPr id="259" name="Google Shape;259;p45"/>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authorized_keys</a:t>
            </a:r>
            <a:endParaRPr/>
          </a:p>
        </p:txBody>
      </p:sp>
      <p:sp>
        <p:nvSpPr>
          <p:cNvPr id="260" name="Google Shape;260;p45"/>
          <p:cNvSpPr txBox="1"/>
          <p:nvPr>
            <p:ph idx="1" type="body"/>
          </p:nvPr>
        </p:nvSpPr>
        <p:spPr>
          <a:xfrm>
            <a:off x="311700" y="1228675"/>
            <a:ext cx="8520600" cy="3340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This file is none, one, </a:t>
            </a:r>
            <a:r>
              <a:rPr b="1" lang="en"/>
              <a:t>or many public keys</a:t>
            </a:r>
            <a:endParaRPr b="1"/>
          </a:p>
          <a:p>
            <a:pPr indent="0" lvl="0" marL="0" rtl="0" algn="l">
              <a:spcBef>
                <a:spcPts val="1200"/>
              </a:spcBef>
              <a:spcAft>
                <a:spcPts val="0"/>
              </a:spcAft>
              <a:buNone/>
            </a:pPr>
            <a:r>
              <a:rPr lang="en"/>
              <a:t>Notice this </a:t>
            </a:r>
            <a:r>
              <a:rPr i="1" lang="en"/>
              <a:t>also has a comment</a:t>
            </a:r>
            <a:endParaRPr i="1"/>
          </a:p>
          <a:p>
            <a:pPr indent="0" lvl="0" marL="0" rtl="0" algn="l">
              <a:spcBef>
                <a:spcPts val="1200"/>
              </a:spcBef>
              <a:spcAft>
                <a:spcPts val="1200"/>
              </a:spcAft>
              <a:buNone/>
            </a:pPr>
            <a:r>
              <a:t/>
            </a:r>
            <a:endParaRPr b="1"/>
          </a:p>
        </p:txBody>
      </p:sp>
      <p:pic>
        <p:nvPicPr>
          <p:cNvPr id="261" name="Google Shape;261;p45"/>
          <p:cNvPicPr preferRelativeResize="0"/>
          <p:nvPr/>
        </p:nvPicPr>
        <p:blipFill>
          <a:blip r:embed="rId3">
            <a:alphaModFix/>
          </a:blip>
          <a:stretch>
            <a:fillRect/>
          </a:stretch>
        </p:blipFill>
        <p:spPr>
          <a:xfrm>
            <a:off x="1404838" y="2571750"/>
            <a:ext cx="6219825" cy="1428750"/>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5" name="Shape 265"/>
        <p:cNvGrpSpPr/>
        <p:nvPr/>
      </p:nvGrpSpPr>
      <p:grpSpPr>
        <a:xfrm>
          <a:off x="0" y="0"/>
          <a:ext cx="0" cy="0"/>
          <a:chOff x="0" y="0"/>
          <a:chExt cx="0" cy="0"/>
        </a:xfrm>
      </p:grpSpPr>
      <p:sp>
        <p:nvSpPr>
          <p:cNvPr id="266" name="Google Shape;266;p46"/>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authorized_keys</a:t>
            </a:r>
            <a:endParaRPr/>
          </a:p>
        </p:txBody>
      </p:sp>
      <p:sp>
        <p:nvSpPr>
          <p:cNvPr id="267" name="Google Shape;267;p46"/>
          <p:cNvSpPr txBox="1"/>
          <p:nvPr>
            <p:ph idx="1" type="body"/>
          </p:nvPr>
        </p:nvSpPr>
        <p:spPr>
          <a:xfrm>
            <a:off x="311700" y="1228675"/>
            <a:ext cx="8520600" cy="3340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This is present on the system that is accepting your login. It’s the target, where you’re going, etc.</a:t>
            </a:r>
            <a:endParaRPr/>
          </a:p>
          <a:p>
            <a:pPr indent="0" lvl="0" marL="0" rtl="0" algn="l">
              <a:spcBef>
                <a:spcPts val="1200"/>
              </a:spcBef>
              <a:spcAft>
                <a:spcPts val="1200"/>
              </a:spcAft>
              <a:buNone/>
            </a:pPr>
            <a:r>
              <a:rPr lang="en"/>
              <a:t>On the target system all that needs to exist is ~/.ssh/authorized_keys which has to have your </a:t>
            </a:r>
            <a:r>
              <a:rPr b="1" lang="en"/>
              <a:t>public key</a:t>
            </a:r>
            <a:r>
              <a:rPr lang="en"/>
              <a:t>.  It </a:t>
            </a:r>
            <a:r>
              <a:rPr b="1" lang="en"/>
              <a:t>may</a:t>
            </a:r>
            <a:r>
              <a:rPr lang="en"/>
              <a:t> have other people’s keys too.</a:t>
            </a:r>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1" name="Shape 271"/>
        <p:cNvGrpSpPr/>
        <p:nvPr/>
      </p:nvGrpSpPr>
      <p:grpSpPr>
        <a:xfrm>
          <a:off x="0" y="0"/>
          <a:ext cx="0" cy="0"/>
          <a:chOff x="0" y="0"/>
          <a:chExt cx="0" cy="0"/>
        </a:xfrm>
      </p:grpSpPr>
      <p:sp>
        <p:nvSpPr>
          <p:cNvPr id="272" name="Google Shape;272;p47"/>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On your system</a:t>
            </a:r>
            <a:endParaRPr/>
          </a:p>
        </p:txBody>
      </p:sp>
      <p:sp>
        <p:nvSpPr>
          <p:cNvPr id="273" name="Google Shape;273;p47"/>
          <p:cNvSpPr txBox="1"/>
          <p:nvPr>
            <p:ph idx="1" type="body"/>
          </p:nvPr>
        </p:nvSpPr>
        <p:spPr>
          <a:xfrm>
            <a:off x="311700" y="1228675"/>
            <a:ext cx="8520600" cy="33402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You’ll need to have your matching corresponding private key in ~/.ssh/id_rsa</a:t>
            </a:r>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7" name="Shape 277"/>
        <p:cNvGrpSpPr/>
        <p:nvPr/>
      </p:nvGrpSpPr>
      <p:grpSpPr>
        <a:xfrm>
          <a:off x="0" y="0"/>
          <a:ext cx="0" cy="0"/>
          <a:chOff x="0" y="0"/>
          <a:chExt cx="0" cy="0"/>
        </a:xfrm>
      </p:grpSpPr>
      <p:sp>
        <p:nvSpPr>
          <p:cNvPr id="278" name="Google Shape;278;p48"/>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Note on comments</a:t>
            </a:r>
            <a:endParaRPr/>
          </a:p>
        </p:txBody>
      </p:sp>
      <p:sp>
        <p:nvSpPr>
          <p:cNvPr id="279" name="Google Shape;279;p48"/>
          <p:cNvSpPr txBox="1"/>
          <p:nvPr>
            <p:ph idx="1" type="body"/>
          </p:nvPr>
        </p:nvSpPr>
        <p:spPr>
          <a:xfrm>
            <a:off x="311700" y="1228675"/>
            <a:ext cx="8520600" cy="33402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With comments we would have no clue who a particular public key belongs to. We fired Bugs Bunny so we want to remove his key.  Without comments we wouldn’t be able to tell the difference between his key and Donald Duck’s key.</a:t>
            </a:r>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3" name="Shape 283"/>
        <p:cNvGrpSpPr/>
        <p:nvPr/>
      </p:nvGrpSpPr>
      <p:grpSpPr>
        <a:xfrm>
          <a:off x="0" y="0"/>
          <a:ext cx="0" cy="0"/>
          <a:chOff x="0" y="0"/>
          <a:chExt cx="0" cy="0"/>
        </a:xfrm>
      </p:grpSpPr>
      <p:sp>
        <p:nvSpPr>
          <p:cNvPr id="284" name="Google Shape;284;p49"/>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Let’s talk about the keys</a:t>
            </a:r>
            <a:endParaRPr/>
          </a:p>
        </p:txBody>
      </p:sp>
      <p:sp>
        <p:nvSpPr>
          <p:cNvPr id="285" name="Google Shape;285;p49"/>
          <p:cNvSpPr txBox="1"/>
          <p:nvPr>
            <p:ph idx="1" type="body"/>
          </p:nvPr>
        </p:nvSpPr>
        <p:spPr>
          <a:xfrm>
            <a:off x="311700" y="1228675"/>
            <a:ext cx="8520600" cy="3340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Neither server actually sends any keys back and forth.  Refresher</a:t>
            </a:r>
            <a:endParaRPr/>
          </a:p>
          <a:p>
            <a:pPr indent="0" lvl="0" marL="0" rtl="0" algn="l">
              <a:spcBef>
                <a:spcPts val="1200"/>
              </a:spcBef>
              <a:spcAft>
                <a:spcPts val="0"/>
              </a:spcAft>
              <a:buNone/>
            </a:pPr>
            <a:r>
              <a:rPr lang="en"/>
              <a:t>If you encrypt with the private key ONLY the public key and decrypt</a:t>
            </a:r>
            <a:endParaRPr/>
          </a:p>
          <a:p>
            <a:pPr indent="0" lvl="0" marL="0" rtl="0" algn="l">
              <a:spcBef>
                <a:spcPts val="1200"/>
              </a:spcBef>
              <a:spcAft>
                <a:spcPts val="1200"/>
              </a:spcAft>
              <a:buNone/>
            </a:pPr>
            <a:r>
              <a:rPr lang="en"/>
              <a:t>If you encrypt with the public key ONLY the private key can decrypt</a:t>
            </a:r>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9" name="Shape 289"/>
        <p:cNvGrpSpPr/>
        <p:nvPr/>
      </p:nvGrpSpPr>
      <p:grpSpPr>
        <a:xfrm>
          <a:off x="0" y="0"/>
          <a:ext cx="0" cy="0"/>
          <a:chOff x="0" y="0"/>
          <a:chExt cx="0" cy="0"/>
        </a:xfrm>
      </p:grpSpPr>
      <p:sp>
        <p:nvSpPr>
          <p:cNvPr id="290" name="Google Shape;290;p50"/>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Cryptographic nonce</a:t>
            </a:r>
            <a:endParaRPr/>
          </a:p>
        </p:txBody>
      </p:sp>
      <p:sp>
        <p:nvSpPr>
          <p:cNvPr id="291" name="Google Shape;291;p50"/>
          <p:cNvSpPr txBox="1"/>
          <p:nvPr>
            <p:ph idx="1" type="body"/>
          </p:nvPr>
        </p:nvSpPr>
        <p:spPr>
          <a:xfrm>
            <a:off x="311700" y="1228675"/>
            <a:ext cx="8520600" cy="33402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1200"/>
              </a:spcAft>
              <a:buNone/>
            </a:pPr>
            <a:r>
              <a:rPr lang="en" sz="2900"/>
              <a:t>From Wikipedia “In cryptography, a nonce (number once) is an arbitrary number that can be used just once in a cryptographic communication.[1] It is often a random or pseudo-random number issued in an authentication protocol to ensure that old communications cannot be reused in replay attacks”</a:t>
            </a:r>
            <a:endParaRPr sz="2900"/>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5" name="Shape 295"/>
        <p:cNvGrpSpPr/>
        <p:nvPr/>
      </p:nvGrpSpPr>
      <p:grpSpPr>
        <a:xfrm>
          <a:off x="0" y="0"/>
          <a:ext cx="0" cy="0"/>
          <a:chOff x="0" y="0"/>
          <a:chExt cx="0" cy="0"/>
        </a:xfrm>
      </p:grpSpPr>
      <p:sp>
        <p:nvSpPr>
          <p:cNvPr id="296" name="Google Shape;296;p51"/>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Challenge Response</a:t>
            </a:r>
            <a:endParaRPr/>
          </a:p>
        </p:txBody>
      </p:sp>
      <p:sp>
        <p:nvSpPr>
          <p:cNvPr id="297" name="Google Shape;297;p51"/>
          <p:cNvSpPr txBox="1"/>
          <p:nvPr>
            <p:ph idx="1" type="body"/>
          </p:nvPr>
        </p:nvSpPr>
        <p:spPr>
          <a:xfrm>
            <a:off x="311700" y="1228675"/>
            <a:ext cx="8520600" cy="33402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Given the nonce definition on the previous slide the authentication is quite simple.  The server create a nonce (some random number) encrypts with the public key in authorized_keys.  The client decrypts, then re-encrypts with the private key which can be decrypted again with the public key. </a:t>
            </a:r>
            <a:r>
              <a:rPr lang="en" sz="2600"/>
              <a:t>They match!</a:t>
            </a:r>
            <a:endParaRPr sz="2600"/>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Beach Day">
  <a:themeElements>
    <a:clrScheme name="Beach Day">
      <a:dk1>
        <a:srgbClr val="00FDC8"/>
      </a:dk1>
      <a:lt1>
        <a:srgbClr val="FFFFFF"/>
      </a:lt1>
      <a:dk2>
        <a:srgbClr val="666666"/>
      </a:dk2>
      <a:lt2>
        <a:srgbClr val="EEEEEE"/>
      </a:lt2>
      <a:accent1>
        <a:srgbClr val="212121"/>
      </a:accent1>
      <a:accent2>
        <a:srgbClr val="455A64"/>
      </a:accent2>
      <a:accent3>
        <a:srgbClr val="78909C"/>
      </a:accent3>
      <a:accent4>
        <a:srgbClr val="7C7CE0"/>
      </a:accent4>
      <a:accent5>
        <a:srgbClr val="DB4437"/>
      </a:accent5>
      <a:accent6>
        <a:srgbClr val="F6CD4C"/>
      </a:accent6>
      <a:hlink>
        <a:srgbClr val="DB4437"/>
      </a:hlink>
      <a:folHlink>
        <a:srgbClr val="DB443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