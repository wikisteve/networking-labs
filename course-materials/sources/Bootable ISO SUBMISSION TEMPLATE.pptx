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Amatic SC"/>
      <p:regular r:id="rId9"/>
      <p:bold r:id="rId10"/>
    </p:embeddedFont>
    <p:embeddedFont>
      <p:font typeface="Source Code Pr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SourceCodePro-regular.fntdata"/><Relationship Id="rId10" Type="http://schemas.openxmlformats.org/officeDocument/2006/relationships/font" Target="fonts/AmaticSC-bold.fntdata"/><Relationship Id="rId13" Type="http://schemas.openxmlformats.org/officeDocument/2006/relationships/font" Target="fonts/SourceCodePro-italic.fntdata"/><Relationship Id="rId12" Type="http://schemas.openxmlformats.org/officeDocument/2006/relationships/font" Target="fonts/SourceCodePr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AmaticSC-regular.fntdata"/><Relationship Id="rId14" Type="http://schemas.openxmlformats.org/officeDocument/2006/relationships/font" Target="fonts/SourceCode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Bootable ISO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 Template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1 - Rufus image creation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Screenshot 2 - Debian booted in VMware Workstation</a:t>
            </a:r>
            <a:endParaRPr sz="24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