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Amatic SC"/>
      <p:regular r:id="rId22"/>
      <p:bold r:id="rId23"/>
    </p:embeddedFont>
    <p:embeddedFont>
      <p:font typeface="Source Code Pr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maticSC-regular.fntdata"/><Relationship Id="rId21" Type="http://schemas.openxmlformats.org/officeDocument/2006/relationships/slide" Target="slides/slide16.xml"/><Relationship Id="rId24" Type="http://schemas.openxmlformats.org/officeDocument/2006/relationships/font" Target="fonts/SourceCodePro-regular.fntdata"/><Relationship Id="rId23" Type="http://schemas.openxmlformats.org/officeDocument/2006/relationships/font" Target="fonts/AmaticSC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CodePro-italic.fntdata"/><Relationship Id="rId25" Type="http://schemas.openxmlformats.org/officeDocument/2006/relationships/font" Target="fonts/SourceCodePro-bold.fntdata"/><Relationship Id="rId27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0fd774a4d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0fd774a4d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0fd774a4d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0fd774a4d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fd774a4dd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0fd774a4d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SLIDES_API11858082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SLIDES_API1185808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fd774a4d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0fd774a4d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fd774a4dd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0fd774a4d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fd774a4d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fd774a4d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fd774a4d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fd774a4d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SLIDES_API208475562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SLIDES_API20847556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fd774a4d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0fd774a4d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fd774a4d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0fd774a4d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fd774a4d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0fd774a4d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fd774a4d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0fd774a4d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fd774a4dd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fd774a4dd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SLIDES_API148520443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SLIDES_API148520443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Monitoring Fundamentals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Sharpe Curriculum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terms and definitions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Goals and expectations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Baselining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Types of network management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talk about fundamentals…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key terms you should know and understand: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management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we’re talking about managing/monitoring IT infrastructure to include routers, switches, firewalls, servers, applications, circuits, etc.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Fault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when something is down or unavailable.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Availability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percentage of time stuff is not down and is working – i.e., not in fault status.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NMS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Network Management System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 measurement of current performance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and Expectations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are you investigating network management?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Some common answers…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Don’t have a system in place today.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Had an outage that the current system didn’t detect…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system is too expensive.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system doesn’t work.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 to improve network availability.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 to improve network performance.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and Expectations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Some things an NMS won’t help you with…</a:t>
            </a:r>
            <a:endParaRPr sz="21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2100"/>
              <a:t>You don’t know how to configure devices on your network.</a:t>
            </a:r>
            <a:endParaRPr sz="21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2100"/>
              <a:t>You have devices or service providers that are unreliable.</a:t>
            </a:r>
            <a:endParaRPr sz="21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2100"/>
              <a:t>You need to deploy new applications to your end users.</a:t>
            </a:r>
            <a:endParaRPr sz="21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2100"/>
              <a:t>Your boss is unmanageable.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Baselines – Fundamental #1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/>
              <a:t>“If you don’t know where you started, how will you know how far you’ve come?”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/>
              <a:t>Baselining the network is the first step in any successful network management project.</a:t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Baselines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Some important things to baseline:</a:t>
            </a:r>
            <a:endParaRPr sz="19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900"/>
              <a:t>Availability</a:t>
            </a:r>
            <a:endParaRPr sz="19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900"/>
              <a:t>Application Performance</a:t>
            </a:r>
            <a:endParaRPr sz="19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900"/>
              <a:t>Network congestion</a:t>
            </a:r>
            <a:endParaRPr sz="19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900"/>
              <a:t>User reported issues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Even if you don’t have good baselines:</a:t>
            </a:r>
            <a:endParaRPr sz="19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900"/>
              <a:t>Document your goals</a:t>
            </a:r>
            <a:endParaRPr sz="19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900"/>
              <a:t>Estimate current performance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Network Management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Fault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Configuration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Accounting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F-C-A-P-S</a:t>
            </a:r>
            <a:endParaRPr sz="3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Fault Monitoring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Goals: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Stop the phone calls…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 more quickly to outages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solutions: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Ping tools (many times home grown)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source tools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Commercial applications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Fault Management Systems – How they work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Fault management systems do these things</a:t>
            </a:r>
            <a:r>
              <a:rPr lang="en"/>
              <a:t>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Ping devices (ICMP echo request) for status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Query devices with SNMP to check interface status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Send fault notifications (alerts) via e-mail or SMS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Display network issues on a topology map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Classic examples of fault management tools</a:t>
            </a:r>
            <a:r>
              <a:rPr lang="en"/>
              <a:t>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HP OpenView (Enterprise software)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Zenoss (open source)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ipMonitor (SolarWinds)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Management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management includes monitoring things like: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Server performance (CPU, memory, disk)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Router performance (CPU, memory, buffers)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Circuit performance (bandwidth utilization, errors)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Analysis of network traffic and congestion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user-reported faults today are actually performance problems…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Management – How it works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management systems: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Use SNMP to query MIBs on devices for information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Run user experience monitors to evaluate end-to-end application performance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Use NetFlow (and other flow protocols) to do traffic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best NMS do both fault and performance management together, seamlessly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5 Best Practices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#5</a:t>
            </a: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Define your business objectives before beginning your network management strategy &amp; deployment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#4</a:t>
            </a: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Always baseline the network before you start making changes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#3</a:t>
            </a: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Consider the true cost of application ownership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#2</a:t>
            </a: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Get professional help if you feel like you’re over your head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#1</a:t>
            </a: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Anything is better than doing nothing…</a:t>
            </a:r>
            <a:endParaRPr sz="2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