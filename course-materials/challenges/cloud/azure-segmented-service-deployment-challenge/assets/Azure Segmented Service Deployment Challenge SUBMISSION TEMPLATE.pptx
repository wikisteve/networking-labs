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21"/>
    <p:sldId id="266" r:id="rId22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d707c87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d707c87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d707c878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d707c87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8818e21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98818e21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Azure Segmented Service Deployment Challenge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1 Resource Group Overview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resource group name is visible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both VM names are visible in the resource list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VNet and the server NSG are visible in the resource list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Azure Resource Group Overview page is the active view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2 Nginx Running on the Server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server hostname is visible in the terminal prompt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command shown is systemctl status nginx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Active: active (running) is visible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3 Internal Service Running on Port 8080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server hostname is visible in the terminal prompt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ss -ltnp | grep 8080 shows port 8080 listening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curl http://127.0.0.1:8080 returns the internal-only page content in the same screenshot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4 Server NSG Inbound Rules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Inbound security rules page is open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full custom rule list from 100 through 160 is visible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Internet TCP 80 allow, Internet TCP 22 deny, and Internet TCP 8080 deny are visible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Client-subnet TCP 80, 22, and 8080 allow rules are visible with the client CIDR in the Source column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5 Server VM Final Network Settings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Server VM Network settings page is open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server VM name is visible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server public and private IP information is visible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new subnet-level NSG name is visible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full final inbound rule list is visible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6 Public Browser Access to Port 80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browser address bar shows the server public IP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public webpage is loaded successfully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this is your custom page, not the default Nginx welcome page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7 Failed Public SSH Attempt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this is a new SSH attempt from outside Azure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SSH command shows the server public IP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a failure message such as Connection timed out or Connection refused is visible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8 Azure Deny Proof for SSH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IP Flow Verify or NSG diagnostics is the active view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source IP shown is a public IP, not an internal Azure address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test is for inbound TCP 22 to the server VM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result is Denied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matched rule name is visible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Screenshot 9 Client-to-Server SSH on the Private 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client hostname is visible before the SSH command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SSH command uses the server private IP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server hostname is visible after login succeeds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w command output is shown and the client private IP is visible in the FROM column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Screenshot 10 Client Curl to Port 8080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4892040"/>
            <a:ext cx="1129284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82828"/>
                </a:solidFill>
              </a:rPr>
              <a:t>Must show: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client hostname is visible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curl command uses the same server private IP with port 8080</a:t>
            </a:r>
          </a:p>
          <a:p>
            <a:pPr>
              <a:defRPr sz="1200">
                <a:solidFill>
                  <a:srgbClr val="373737"/>
                </a:solidFill>
              </a:defRPr>
            </a:pPr>
            <a:r>
              <a:t>• the returned internal-only page content is visible</a:t>
            </a:r>
          </a:p>
          <a:p>
            <a:pPr algn="r">
              <a:defRPr sz="1100" i="1">
                <a:solidFill>
                  <a:srgbClr val="5A5A5A"/>
                </a:solidFill>
              </a:defRPr>
            </a:pPr>
            <a:r>
              <a:t>One screenshot only on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